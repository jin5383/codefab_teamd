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  <p:sldId id="281" r:id="rId30"/>
    <p:sldId id="282" r:id="rId31"/>
    <p:sldId id="283" r:id="rId32"/>
    <p:sldId id="284" r:id="rId33"/>
    <p:sldId id="285" r:id="rId34"/>
  </p:sldIdLst>
  <p:sldSz cy="6858000" cx="12192000"/>
  <p:notesSz cx="6858000" cy="9144000"/>
  <p:embeddedFontLst>
    <p:embeddedFont>
      <p:font typeface="Asta Sans"/>
      <p:regular r:id="rId35"/>
      <p:bold r:id="rId3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37" roundtripDataSignature="AMtx7mizBjptUPfBcZ8tr3bhAXzIiAei9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31" Type="http://schemas.openxmlformats.org/officeDocument/2006/relationships/slide" Target="slides/slide27.xml"/><Relationship Id="rId30" Type="http://schemas.openxmlformats.org/officeDocument/2006/relationships/slide" Target="slides/slide26.xml"/><Relationship Id="rId11" Type="http://schemas.openxmlformats.org/officeDocument/2006/relationships/slide" Target="slides/slide7.xml"/><Relationship Id="rId33" Type="http://schemas.openxmlformats.org/officeDocument/2006/relationships/slide" Target="slides/slide29.xml"/><Relationship Id="rId10" Type="http://schemas.openxmlformats.org/officeDocument/2006/relationships/slide" Target="slides/slide6.xml"/><Relationship Id="rId32" Type="http://schemas.openxmlformats.org/officeDocument/2006/relationships/slide" Target="slides/slide28.xml"/><Relationship Id="rId13" Type="http://schemas.openxmlformats.org/officeDocument/2006/relationships/slide" Target="slides/slide9.xml"/><Relationship Id="rId35" Type="http://schemas.openxmlformats.org/officeDocument/2006/relationships/font" Target="fonts/AstaSans-regular.fntdata"/><Relationship Id="rId12" Type="http://schemas.openxmlformats.org/officeDocument/2006/relationships/slide" Target="slides/slide8.xml"/><Relationship Id="rId34" Type="http://schemas.openxmlformats.org/officeDocument/2006/relationships/slide" Target="slides/slide30.xml"/><Relationship Id="rId15" Type="http://schemas.openxmlformats.org/officeDocument/2006/relationships/slide" Target="slides/slide11.xml"/><Relationship Id="rId37" Type="http://customschemas.google.com/relationships/presentationmetadata" Target="metadata"/><Relationship Id="rId14" Type="http://schemas.openxmlformats.org/officeDocument/2006/relationships/slide" Target="slides/slide10.xml"/><Relationship Id="rId36" Type="http://schemas.openxmlformats.org/officeDocument/2006/relationships/font" Target="fonts/AstaSans-bold.fntdata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9845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9845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845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9845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9845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9845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9845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44" name="Google Shape;44;p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51" name="Google Shape;51;p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56" name="Google Shape;56;p3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g3f44738b4e9_5_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63" name="Google Shape;63;g3f44738b4e9_5_1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g3f44738b4e9_5_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69" name="Google Shape;69;g3f44738b4e9_5_7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g3f44738b4e9_5_4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96" name="Google Shape;96;g3f44738b4e9_5_45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3f44738b4e9_6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02" name="Google Shape;102;g3f44738b4e9_6_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5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g3f4729efffc_2_7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07" name="Google Shape;107;g3f4729efffc_2_75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g3f4729efffc_2_10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34" name="Google Shape;134;g3f4729efffc_2_101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g3f4729efffc_2_20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41" name="Google Shape;141;g3f4729efffc_2_206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g3f4729efffc_2_12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71" name="Google Shape;171;g3f4729efffc_2_129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g3f4729efffc_2_43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205" name="Google Shape;205;g3f4729efffc_2_437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g3f44738b4e9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235" name="Google Shape;235;g3f44738b4e9_0_5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8" name="Shape 2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" name="Google Shape;239;g3f44738b4e9_0_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240" name="Google Shape;240;g3f44738b4e9_0_9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g3f4729efffc_14_1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6" name="Google Shape;246;g3f4729efffc_14_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6" name="Shape 2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7" name="Google Shape;277;g3f4729efffc_14_45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8" name="Google Shape;278;g3f4729efffc_14_4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g3f44738b4e9_6_5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286" name="Google Shape;286;g3f44738b4e9_6_52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g3f4729efffc_2_25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292" name="Google Shape;292;g3f4729efffc_2_255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7" name="Shape 2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g3f4729efffc_2_29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299" name="Google Shape;299;g3f4729efffc_2_291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7" name="Shape 3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8" name="Google Shape;308;g3f4729efffc_2_30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309" name="Google Shape;309;g3f4729efffc_2_304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0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g3f44738b4e9_6_6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322" name="Google Shape;322;g3f44738b4e9_6_65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6" name="Shape 3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" name="Google Shape;327;g3f4729efffc_2_27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328" name="Google Shape;328;g3f4729efffc_2_277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g3f4729efffc_2_20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339" name="Google Shape;339;g3f4729efffc_2_202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2" name="Shape 3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3" name="Google Shape;343;g3f4729efffc_17_42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44" name="Google Shape;344;g3f4729efffc_17_4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g3f4729efffc_17_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352" name="Google Shape;352;g3f4729efffc_17_4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0" name="Shape 3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1" name="Google Shape;361;g3f4729efffc_17_33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62" name="Google Shape;362;g3f4729efffc_17_3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7" name="Shape 3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" name="Google Shape;368;g3f4729efffc_17_2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69" name="Google Shape;369;g3f4729efffc_17_2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74" name="Shape 3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5" name="Google Shape;375;g3f4729efffc_2_23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376" name="Google Shape;376;g3f4729efffc_2_239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79" name="Shape 3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0" name="Google Shape;380;g3f4729efffc_26_3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381" name="Google Shape;381;g3f4729efffc_26_37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90" name="Shape 3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1" name="Google Shape;391;g3f44738b4e9_6_1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392" name="Google Shape;392;g3f44738b4e9_6_111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제목 슬라이드">
  <p:cSld name="제목 슬라이드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6"/>
          <p:cNvSpPr txBox="1"/>
          <p:nvPr>
            <p:ph idx="1" type="body"/>
          </p:nvPr>
        </p:nvSpPr>
        <p:spPr>
          <a:xfrm>
            <a:off x="7671999" y="5301208"/>
            <a:ext cx="3987692" cy="88949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rmAutofit/>
          </a:bodyPr>
          <a:lstStyle>
            <a:lvl1pPr indent="-228600" lvl="0" marL="457200" algn="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262626"/>
              </a:buClr>
              <a:buSzPts val="1500"/>
              <a:buNone/>
              <a:defRPr b="0" sz="1500">
                <a:solidFill>
                  <a:srgbClr val="262626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indent="-3810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F7F7F"/>
              </a:buClr>
              <a:buSzPts val="2400"/>
              <a:buChar char="•"/>
              <a:defRPr>
                <a:solidFill>
                  <a:srgbClr val="7F7F7F"/>
                </a:solidFill>
              </a:defRPr>
            </a:lvl2pPr>
            <a:lvl3pPr indent="-355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F7F7F"/>
              </a:buClr>
              <a:buSzPts val="2000"/>
              <a:buChar char="•"/>
              <a:defRPr>
                <a:solidFill>
                  <a:srgbClr val="7F7F7F"/>
                </a:solidFill>
              </a:defRPr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F7F7F"/>
              </a:buClr>
              <a:buSzPts val="1800"/>
              <a:buChar char="•"/>
              <a:defRPr>
                <a:solidFill>
                  <a:srgbClr val="7F7F7F"/>
                </a:solidFill>
              </a:defRPr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F7F7F"/>
              </a:buClr>
              <a:buSzPts val="1800"/>
              <a:buChar char="•"/>
              <a:defRPr>
                <a:solidFill>
                  <a:srgbClr val="7F7F7F"/>
                </a:solidFill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3" name="Google Shape;13;p6"/>
          <p:cNvSpPr txBox="1"/>
          <p:nvPr/>
        </p:nvSpPr>
        <p:spPr>
          <a:xfrm>
            <a:off x="618827" y="321810"/>
            <a:ext cx="1794274" cy="24622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rPr b="1" i="0" lang="ko-KR" sz="16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Create your value </a:t>
            </a:r>
            <a:endParaRPr b="1" i="0" sz="1600" u="none" cap="none" strike="noStrike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4" name="Google Shape;14;p6"/>
          <p:cNvSpPr txBox="1"/>
          <p:nvPr>
            <p:ph idx="2" type="body"/>
          </p:nvPr>
        </p:nvSpPr>
        <p:spPr>
          <a:xfrm>
            <a:off x="1329231" y="1952626"/>
            <a:ext cx="6317711" cy="12603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0" spcFirstLastPara="1" rIns="91425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None/>
              <a:defRPr b="1" sz="32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grpSp>
        <p:nvGrpSpPr>
          <p:cNvPr id="15" name="Google Shape;15;p6"/>
          <p:cNvGrpSpPr/>
          <p:nvPr/>
        </p:nvGrpSpPr>
        <p:grpSpPr>
          <a:xfrm>
            <a:off x="1107692" y="1513269"/>
            <a:ext cx="6785846" cy="3239999"/>
            <a:chOff x="900000" y="1513268"/>
            <a:chExt cx="5513500" cy="3239999"/>
          </a:xfrm>
        </p:grpSpPr>
        <p:grpSp>
          <p:nvGrpSpPr>
            <p:cNvPr id="16" name="Google Shape;16;p6"/>
            <p:cNvGrpSpPr/>
            <p:nvPr/>
          </p:nvGrpSpPr>
          <p:grpSpPr>
            <a:xfrm>
              <a:off x="900000" y="1513268"/>
              <a:ext cx="180000" cy="3239999"/>
              <a:chOff x="900000" y="1513268"/>
              <a:chExt cx="180000" cy="3239999"/>
            </a:xfrm>
          </p:grpSpPr>
          <p:sp>
            <p:nvSpPr>
              <p:cNvPr id="17" name="Google Shape;17;p6"/>
              <p:cNvSpPr/>
              <p:nvPr/>
            </p:nvSpPr>
            <p:spPr>
              <a:xfrm>
                <a:off x="900000" y="1513268"/>
                <a:ext cx="180000" cy="360000"/>
              </a:xfrm>
              <a:prstGeom prst="rect">
                <a:avLst/>
              </a:prstGeom>
              <a:solidFill>
                <a:srgbClr val="005AB4"/>
              </a:soli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r>
                  <a:t/>
                </a:r>
                <a:endParaRPr b="0" i="0" sz="1800" u="none" cap="none" strike="noStrike">
                  <a:solidFill>
                    <a:schemeClr val="lt1"/>
                  </a:solidFill>
                  <a:latin typeface="Malgun Gothic"/>
                  <a:ea typeface="Malgun Gothic"/>
                  <a:cs typeface="Malgun Gothic"/>
                  <a:sym typeface="Malgun Gothic"/>
                </a:endParaRPr>
              </a:p>
            </p:txBody>
          </p:sp>
          <p:sp>
            <p:nvSpPr>
              <p:cNvPr id="18" name="Google Shape;18;p6"/>
              <p:cNvSpPr/>
              <p:nvPr/>
            </p:nvSpPr>
            <p:spPr>
              <a:xfrm rot="10800000">
                <a:off x="900000" y="4393267"/>
                <a:ext cx="180000" cy="360000"/>
              </a:xfrm>
              <a:prstGeom prst="rect">
                <a:avLst/>
              </a:prstGeom>
              <a:solidFill>
                <a:srgbClr val="005AB4"/>
              </a:soli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r>
                  <a:t/>
                </a:r>
                <a:endParaRPr b="0" i="0" sz="1800" u="none" cap="none" strike="noStrike">
                  <a:solidFill>
                    <a:schemeClr val="lt1"/>
                  </a:solidFill>
                  <a:latin typeface="Malgun Gothic"/>
                  <a:ea typeface="Malgun Gothic"/>
                  <a:cs typeface="Malgun Gothic"/>
                  <a:sym typeface="Malgun Gothic"/>
                </a:endParaRPr>
              </a:p>
            </p:txBody>
          </p:sp>
        </p:grpSp>
        <p:grpSp>
          <p:nvGrpSpPr>
            <p:cNvPr id="19" name="Google Shape;19;p6"/>
            <p:cNvGrpSpPr/>
            <p:nvPr/>
          </p:nvGrpSpPr>
          <p:grpSpPr>
            <a:xfrm>
              <a:off x="900000" y="1513268"/>
              <a:ext cx="5513500" cy="3239999"/>
              <a:chOff x="900000" y="1513268"/>
              <a:chExt cx="5513500" cy="3239999"/>
            </a:xfrm>
          </p:grpSpPr>
          <p:sp>
            <p:nvSpPr>
              <p:cNvPr id="20" name="Google Shape;20;p6"/>
              <p:cNvSpPr/>
              <p:nvPr/>
            </p:nvSpPr>
            <p:spPr>
              <a:xfrm>
                <a:off x="6233500" y="1513268"/>
                <a:ext cx="180000" cy="360000"/>
              </a:xfrm>
              <a:prstGeom prst="rect">
                <a:avLst/>
              </a:prstGeom>
              <a:solidFill>
                <a:srgbClr val="005AB4"/>
              </a:soli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r>
                  <a:t/>
                </a:r>
                <a:endParaRPr b="0" i="0" sz="1800" u="none" cap="none" strike="noStrike">
                  <a:solidFill>
                    <a:srgbClr val="005AB4"/>
                  </a:solidFill>
                  <a:latin typeface="Malgun Gothic"/>
                  <a:ea typeface="Malgun Gothic"/>
                  <a:cs typeface="Malgun Gothic"/>
                  <a:sym typeface="Malgun Gothic"/>
                </a:endParaRPr>
              </a:p>
            </p:txBody>
          </p:sp>
          <p:grpSp>
            <p:nvGrpSpPr>
              <p:cNvPr id="21" name="Google Shape;21;p6"/>
              <p:cNvGrpSpPr/>
              <p:nvPr/>
            </p:nvGrpSpPr>
            <p:grpSpPr>
              <a:xfrm>
                <a:off x="900000" y="1513269"/>
                <a:ext cx="5513500" cy="3239997"/>
                <a:chOff x="900000" y="1513269"/>
                <a:chExt cx="3240000" cy="3239997"/>
              </a:xfrm>
            </p:grpSpPr>
            <p:sp>
              <p:nvSpPr>
                <p:cNvPr id="22" name="Google Shape;22;p6"/>
                <p:cNvSpPr/>
                <p:nvPr/>
              </p:nvSpPr>
              <p:spPr>
                <a:xfrm rot="-5400000">
                  <a:off x="2430000" y="-16731"/>
                  <a:ext cx="180000" cy="3240000"/>
                </a:xfrm>
                <a:prstGeom prst="rect">
                  <a:avLst/>
                </a:prstGeom>
                <a:solidFill>
                  <a:srgbClr val="005AB4"/>
                </a:solidFill>
                <a:ln>
                  <a:noFill/>
                </a:ln>
              </p:spPr>
              <p:txBody>
                <a:bodyPr anchorCtr="0" anchor="ctr" bIns="45700" lIns="91425" spcFirstLastPara="1" rIns="91425" wrap="square" tIns="45700">
                  <a:noAutofit/>
                </a:bodyPr>
                <a:lstStyle/>
                <a:p>
                  <a:pPr indent="0" lvl="0" marL="0" marR="0" rtl="0" algn="ct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800"/>
                    <a:buFont typeface="Arial"/>
                    <a:buNone/>
                  </a:pPr>
                  <a:r>
                    <a:t/>
                  </a:r>
                  <a:endParaRPr b="0" i="0" sz="1800" u="none" cap="none" strike="noStrike">
                    <a:solidFill>
                      <a:schemeClr val="lt1"/>
                    </a:solidFill>
                    <a:latin typeface="Malgun Gothic"/>
                    <a:ea typeface="Malgun Gothic"/>
                    <a:cs typeface="Malgun Gothic"/>
                    <a:sym typeface="Malgun Gothic"/>
                  </a:endParaRPr>
                </a:p>
              </p:txBody>
            </p:sp>
            <p:sp>
              <p:nvSpPr>
                <p:cNvPr id="23" name="Google Shape;23;p6"/>
                <p:cNvSpPr/>
                <p:nvPr/>
              </p:nvSpPr>
              <p:spPr>
                <a:xfrm rot="5400000">
                  <a:off x="2430000" y="3043266"/>
                  <a:ext cx="180000" cy="3240000"/>
                </a:xfrm>
                <a:prstGeom prst="rect">
                  <a:avLst/>
                </a:prstGeom>
                <a:solidFill>
                  <a:srgbClr val="005AB4"/>
                </a:solidFill>
                <a:ln>
                  <a:noFill/>
                </a:ln>
              </p:spPr>
              <p:txBody>
                <a:bodyPr anchorCtr="0" anchor="ctr" bIns="45700" lIns="91425" spcFirstLastPara="1" rIns="91425" wrap="square" tIns="45700">
                  <a:noAutofit/>
                </a:bodyPr>
                <a:lstStyle/>
                <a:p>
                  <a:pPr indent="0" lvl="0" marL="0" marR="0" rtl="0" algn="ct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800"/>
                    <a:buFont typeface="Arial"/>
                    <a:buNone/>
                  </a:pPr>
                  <a:r>
                    <a:t/>
                  </a:r>
                  <a:endParaRPr b="0" i="0" sz="1800" u="none" cap="none" strike="noStrike">
                    <a:solidFill>
                      <a:schemeClr val="lt1"/>
                    </a:solidFill>
                    <a:latin typeface="Malgun Gothic"/>
                    <a:ea typeface="Malgun Gothic"/>
                    <a:cs typeface="Malgun Gothic"/>
                    <a:sym typeface="Malgun Gothic"/>
                  </a:endParaRPr>
                </a:p>
              </p:txBody>
            </p:sp>
          </p:grpSp>
          <p:sp>
            <p:nvSpPr>
              <p:cNvPr id="24" name="Google Shape;24;p6"/>
              <p:cNvSpPr/>
              <p:nvPr/>
            </p:nvSpPr>
            <p:spPr>
              <a:xfrm rot="10800000">
                <a:off x="6233500" y="4393267"/>
                <a:ext cx="180000" cy="360000"/>
              </a:xfrm>
              <a:prstGeom prst="rect">
                <a:avLst/>
              </a:prstGeom>
              <a:solidFill>
                <a:srgbClr val="005AB4"/>
              </a:soli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r>
                  <a:t/>
                </a:r>
                <a:endParaRPr b="0" i="0" sz="1800" u="none" cap="none" strike="noStrike">
                  <a:solidFill>
                    <a:schemeClr val="lt1"/>
                  </a:solidFill>
                  <a:latin typeface="Malgun Gothic"/>
                  <a:ea typeface="Malgun Gothic"/>
                  <a:cs typeface="Malgun Gothic"/>
                  <a:sym typeface="Malgun Gothic"/>
                </a:endParaRPr>
              </a:p>
            </p:txBody>
          </p:sp>
        </p:grpSp>
      </p:grpSp>
      <p:sp>
        <p:nvSpPr>
          <p:cNvPr id="25" name="Google Shape;25;p6"/>
          <p:cNvSpPr txBox="1"/>
          <p:nvPr>
            <p:ph idx="3" type="body"/>
          </p:nvPr>
        </p:nvSpPr>
        <p:spPr>
          <a:xfrm>
            <a:off x="1329231" y="3356992"/>
            <a:ext cx="6317711" cy="72008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0" spcFirstLastPara="1" rIns="91425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F7F7F"/>
              </a:buClr>
              <a:buSzPts val="2000"/>
              <a:buNone/>
              <a:defRPr b="1" sz="2000">
                <a:solidFill>
                  <a:srgbClr val="7F7F7F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6" name="Google Shape;26;p6"/>
          <p:cNvSpPr txBox="1"/>
          <p:nvPr>
            <p:ph idx="4" type="body"/>
          </p:nvPr>
        </p:nvSpPr>
        <p:spPr>
          <a:xfrm>
            <a:off x="7671999" y="4928089"/>
            <a:ext cx="3987692" cy="37311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rmAutofit/>
          </a:bodyPr>
          <a:lstStyle>
            <a:lvl1pPr indent="-228600" lvl="0" marL="457200" algn="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262626"/>
              </a:buClr>
              <a:buSzPts val="1600"/>
              <a:buNone/>
              <a:defRPr b="0" sz="1600">
                <a:solidFill>
                  <a:srgbClr val="262626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indent="-3810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F7F7F"/>
              </a:buClr>
              <a:buSzPts val="2400"/>
              <a:buChar char="•"/>
              <a:defRPr>
                <a:solidFill>
                  <a:srgbClr val="7F7F7F"/>
                </a:solidFill>
              </a:defRPr>
            </a:lvl2pPr>
            <a:lvl3pPr indent="-355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F7F7F"/>
              </a:buClr>
              <a:buSzPts val="2000"/>
              <a:buChar char="•"/>
              <a:defRPr>
                <a:solidFill>
                  <a:srgbClr val="7F7F7F"/>
                </a:solidFill>
              </a:defRPr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F7F7F"/>
              </a:buClr>
              <a:buSzPts val="1800"/>
              <a:buChar char="•"/>
              <a:defRPr>
                <a:solidFill>
                  <a:srgbClr val="7F7F7F"/>
                </a:solidFill>
              </a:defRPr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F7F7F"/>
              </a:buClr>
              <a:buSzPts val="1800"/>
              <a:buChar char="•"/>
              <a:defRPr>
                <a:solidFill>
                  <a:srgbClr val="7F7F7F"/>
                </a:solidFill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제목 슬라이드">
  <p:cSld name="1_제목 슬라이드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7"/>
          <p:cNvSpPr txBox="1"/>
          <p:nvPr>
            <p:ph idx="1" type="body"/>
          </p:nvPr>
        </p:nvSpPr>
        <p:spPr>
          <a:xfrm>
            <a:off x="1632000" y="1860184"/>
            <a:ext cx="8928000" cy="253308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0" spcFirstLastPara="1" rIns="91425" wrap="square" tIns="45700">
            <a:noAutofit/>
          </a:bodyPr>
          <a:lstStyle>
            <a:lvl1pPr indent="-228600" lvl="0" marL="45720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None/>
              <a:defRPr b="1" sz="32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grpSp>
        <p:nvGrpSpPr>
          <p:cNvPr id="29" name="Google Shape;29;p7"/>
          <p:cNvGrpSpPr/>
          <p:nvPr/>
        </p:nvGrpSpPr>
        <p:grpSpPr>
          <a:xfrm>
            <a:off x="1107688" y="1500183"/>
            <a:ext cx="10145030" cy="3253087"/>
            <a:chOff x="899998" y="1500182"/>
            <a:chExt cx="5513502" cy="3253087"/>
          </a:xfrm>
        </p:grpSpPr>
        <p:sp>
          <p:nvSpPr>
            <p:cNvPr id="30" name="Google Shape;30;p7"/>
            <p:cNvSpPr/>
            <p:nvPr/>
          </p:nvSpPr>
          <p:spPr>
            <a:xfrm>
              <a:off x="899999" y="1513268"/>
              <a:ext cx="58695" cy="1080000"/>
            </a:xfrm>
            <a:prstGeom prst="rect">
              <a:avLst/>
            </a:prstGeom>
            <a:solidFill>
              <a:srgbClr val="005AB4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grpSp>
          <p:nvGrpSpPr>
            <p:cNvPr id="31" name="Google Shape;31;p7"/>
            <p:cNvGrpSpPr/>
            <p:nvPr/>
          </p:nvGrpSpPr>
          <p:grpSpPr>
            <a:xfrm>
              <a:off x="899998" y="1500182"/>
              <a:ext cx="5513502" cy="3253087"/>
              <a:chOff x="899998" y="1500182"/>
              <a:chExt cx="5513502" cy="3253087"/>
            </a:xfrm>
          </p:grpSpPr>
          <p:grpSp>
            <p:nvGrpSpPr>
              <p:cNvPr id="32" name="Google Shape;32;p7"/>
              <p:cNvGrpSpPr/>
              <p:nvPr/>
            </p:nvGrpSpPr>
            <p:grpSpPr>
              <a:xfrm>
                <a:off x="899998" y="1500182"/>
                <a:ext cx="5513502" cy="3253087"/>
                <a:chOff x="899999" y="1500182"/>
                <a:chExt cx="3240002" cy="3253087"/>
              </a:xfrm>
            </p:grpSpPr>
            <p:sp>
              <p:nvSpPr>
                <p:cNvPr id="33" name="Google Shape;33;p7"/>
                <p:cNvSpPr/>
                <p:nvPr/>
              </p:nvSpPr>
              <p:spPr>
                <a:xfrm rot="-5400000">
                  <a:off x="1880752" y="519429"/>
                  <a:ext cx="108000" cy="2069506"/>
                </a:xfrm>
                <a:prstGeom prst="rect">
                  <a:avLst/>
                </a:prstGeom>
                <a:solidFill>
                  <a:srgbClr val="005AB4"/>
                </a:solidFill>
                <a:ln>
                  <a:noFill/>
                </a:ln>
              </p:spPr>
              <p:txBody>
                <a:bodyPr anchorCtr="0" anchor="ctr" bIns="45700" lIns="91425" spcFirstLastPara="1" rIns="91425" wrap="square" tIns="45700">
                  <a:noAutofit/>
                </a:bodyPr>
                <a:lstStyle/>
                <a:p>
                  <a:pPr indent="0" lvl="0" marL="0" marR="0" rtl="0" algn="ct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800"/>
                    <a:buFont typeface="Arial"/>
                    <a:buNone/>
                  </a:pPr>
                  <a:r>
                    <a:t/>
                  </a:r>
                  <a:endParaRPr b="0" i="0" sz="1800" u="none" cap="none" strike="noStrike">
                    <a:solidFill>
                      <a:schemeClr val="lt1"/>
                    </a:solidFill>
                    <a:latin typeface="Malgun Gothic"/>
                    <a:ea typeface="Malgun Gothic"/>
                    <a:cs typeface="Malgun Gothic"/>
                    <a:sym typeface="Malgun Gothic"/>
                  </a:endParaRPr>
                </a:p>
              </p:txBody>
            </p:sp>
            <p:sp>
              <p:nvSpPr>
                <p:cNvPr id="34" name="Google Shape;34;p7"/>
                <p:cNvSpPr/>
                <p:nvPr/>
              </p:nvSpPr>
              <p:spPr>
                <a:xfrm rot="5400000">
                  <a:off x="3051247" y="3664515"/>
                  <a:ext cx="108000" cy="2069507"/>
                </a:xfrm>
                <a:prstGeom prst="rect">
                  <a:avLst/>
                </a:prstGeom>
                <a:solidFill>
                  <a:srgbClr val="005AB4"/>
                </a:solidFill>
                <a:ln>
                  <a:noFill/>
                </a:ln>
              </p:spPr>
              <p:txBody>
                <a:bodyPr anchorCtr="0" anchor="ctr" bIns="45700" lIns="91425" spcFirstLastPara="1" rIns="91425" wrap="square" tIns="45700">
                  <a:noAutofit/>
                </a:bodyPr>
                <a:lstStyle/>
                <a:p>
                  <a:pPr indent="0" lvl="0" marL="0" marR="0" rtl="0" algn="ct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800"/>
                    <a:buFont typeface="Arial"/>
                    <a:buNone/>
                  </a:pPr>
                  <a:r>
                    <a:t/>
                  </a:r>
                  <a:endParaRPr b="0" i="0" sz="1800" u="none" cap="none" strike="noStrike">
                    <a:solidFill>
                      <a:schemeClr val="lt1"/>
                    </a:solidFill>
                    <a:latin typeface="Malgun Gothic"/>
                    <a:ea typeface="Malgun Gothic"/>
                    <a:cs typeface="Malgun Gothic"/>
                    <a:sym typeface="Malgun Gothic"/>
                  </a:endParaRPr>
                </a:p>
              </p:txBody>
            </p:sp>
          </p:grpSp>
          <p:sp>
            <p:nvSpPr>
              <p:cNvPr id="35" name="Google Shape;35;p7"/>
              <p:cNvSpPr/>
              <p:nvPr/>
            </p:nvSpPr>
            <p:spPr>
              <a:xfrm rot="10800000">
                <a:off x="6354805" y="3673267"/>
                <a:ext cx="58695" cy="1080000"/>
              </a:xfrm>
              <a:prstGeom prst="rect">
                <a:avLst/>
              </a:prstGeom>
              <a:solidFill>
                <a:srgbClr val="005AB4"/>
              </a:soli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r>
                  <a:t/>
                </a:r>
                <a:endParaRPr b="0" i="0" sz="1800" u="none" cap="none" strike="noStrike">
                  <a:solidFill>
                    <a:schemeClr val="lt1"/>
                  </a:solidFill>
                  <a:latin typeface="Malgun Gothic"/>
                  <a:ea typeface="Malgun Gothic"/>
                  <a:cs typeface="Malgun Gothic"/>
                  <a:sym typeface="Malgun Gothic"/>
                </a:endParaRPr>
              </a:p>
            </p:txBody>
          </p:sp>
        </p:grpSp>
      </p:grp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제목 슬라이드">
  <p:cSld name="2_제목 슬라이드">
    <p:spTree>
      <p:nvGrpSpPr>
        <p:cNvPr id="36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8"/>
          <p:cNvSpPr txBox="1"/>
          <p:nvPr>
            <p:ph type="title"/>
          </p:nvPr>
        </p:nvSpPr>
        <p:spPr>
          <a:xfrm>
            <a:off x="605980" y="310143"/>
            <a:ext cx="10515600" cy="649859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8"/>
          <p:cNvSpPr/>
          <p:nvPr/>
        </p:nvSpPr>
        <p:spPr>
          <a:xfrm>
            <a:off x="373750" y="327899"/>
            <a:ext cx="232230" cy="635235"/>
          </a:xfrm>
          <a:prstGeom prst="rect">
            <a:avLst/>
          </a:prstGeom>
          <a:solidFill>
            <a:srgbClr val="005AB4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39" name="Google Shape;39;p8"/>
          <p:cNvSpPr txBox="1"/>
          <p:nvPr>
            <p:ph idx="1" type="body"/>
          </p:nvPr>
        </p:nvSpPr>
        <p:spPr>
          <a:xfrm>
            <a:off x="605980" y="1316376"/>
            <a:ext cx="10515600" cy="492768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cxnSp>
        <p:nvCxnSpPr>
          <p:cNvPr id="40" name="Google Shape;40;p8"/>
          <p:cNvCxnSpPr/>
          <p:nvPr/>
        </p:nvCxnSpPr>
        <p:spPr>
          <a:xfrm>
            <a:off x="720725" y="960002"/>
            <a:ext cx="11471275" cy="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miter lim="8000"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사용자 지정 레이아웃">
  <p:cSld name="1_사용자 지정 레이아웃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5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Malgun Gothic"/>
              <a:buNone/>
              <a:defRPr b="0" i="0" sz="44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" name="Google Shape;7;p5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0" i="0" sz="2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indent="-3810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indent="-355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/>
        </p:txBody>
      </p:sp>
      <p:sp>
        <p:nvSpPr>
          <p:cNvPr id="8" name="Google Shape;8;p5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/>
        </p:txBody>
      </p:sp>
      <p:sp>
        <p:nvSpPr>
          <p:cNvPr id="9" name="Google Shape;9;p5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/>
        </p:txBody>
      </p:sp>
      <p:sp>
        <p:nvSpPr>
          <p:cNvPr id="10" name="Google Shape;10;p5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2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3.png"/><Relationship Id="rId4" Type="http://schemas.openxmlformats.org/officeDocument/2006/relationships/hyperlink" Target="https://github.com/jin5383/CodeFab_TeamD/blob/master/docs/unit-io-spec.md" TargetMode="Externa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5.png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5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6.png"/><Relationship Id="rId4" Type="http://schemas.openxmlformats.org/officeDocument/2006/relationships/image" Target="../media/image4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9.png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7.png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8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1"/>
          <p:cNvSpPr txBox="1"/>
          <p:nvPr>
            <p:ph idx="1" type="body"/>
          </p:nvPr>
        </p:nvSpPr>
        <p:spPr>
          <a:xfrm>
            <a:off x="7671999" y="5301208"/>
            <a:ext cx="3987692" cy="88949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rmAutofit/>
          </a:bodyPr>
          <a:lstStyle/>
          <a:p>
            <a:pPr indent="0" lvl="0" marL="0" rt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1500"/>
              <a:buNone/>
            </a:pPr>
            <a:r>
              <a:rPr lang="ko-KR" sz="1600">
                <a:latin typeface="Asta Sans"/>
                <a:ea typeface="Asta Sans"/>
                <a:cs typeface="Asta Sans"/>
                <a:sym typeface="Asta Sans"/>
              </a:rPr>
              <a:t>2026.07.10</a:t>
            </a:r>
            <a:endParaRPr>
              <a:latin typeface="Asta Sans"/>
              <a:ea typeface="Asta Sans"/>
              <a:cs typeface="Asta Sans"/>
              <a:sym typeface="Asta Sans"/>
            </a:endParaRPr>
          </a:p>
        </p:txBody>
      </p:sp>
      <p:sp>
        <p:nvSpPr>
          <p:cNvPr id="47" name="Google Shape;47;p1"/>
          <p:cNvSpPr txBox="1"/>
          <p:nvPr>
            <p:ph idx="2" type="body"/>
          </p:nvPr>
        </p:nvSpPr>
        <p:spPr>
          <a:xfrm>
            <a:off x="1329231" y="2151976"/>
            <a:ext cx="6317700" cy="1260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0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None/>
            </a:pPr>
            <a:r>
              <a:rPr lang="ko-KR" sz="4000">
                <a:latin typeface="Asta Sans"/>
                <a:ea typeface="Asta Sans"/>
                <a:cs typeface="Asta Sans"/>
                <a:sym typeface="Asta Sans"/>
              </a:rPr>
              <a:t>D-Fine Team (4</a:t>
            </a:r>
            <a:r>
              <a:rPr lang="ko-KR" sz="4000">
                <a:latin typeface="Asta Sans"/>
                <a:ea typeface="Asta Sans"/>
                <a:cs typeface="Asta Sans"/>
                <a:sym typeface="Asta Sans"/>
              </a:rPr>
              <a:t>조)</a:t>
            </a:r>
            <a:endParaRPr sz="4000">
              <a:latin typeface="Asta Sans"/>
              <a:ea typeface="Asta Sans"/>
              <a:cs typeface="Asta Sans"/>
              <a:sym typeface="Asta Sans"/>
            </a:endParaRPr>
          </a:p>
        </p:txBody>
      </p:sp>
      <p:sp>
        <p:nvSpPr>
          <p:cNvPr id="48" name="Google Shape;48;p1"/>
          <p:cNvSpPr txBox="1"/>
          <p:nvPr>
            <p:ph idx="3" type="body"/>
          </p:nvPr>
        </p:nvSpPr>
        <p:spPr>
          <a:xfrm>
            <a:off x="1329231" y="3356992"/>
            <a:ext cx="6317711" cy="72008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0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F7F7F"/>
              </a:buClr>
              <a:buSzPts val="2000"/>
              <a:buNone/>
            </a:pPr>
            <a:r>
              <a:rPr lang="ko-KR">
                <a:latin typeface="Asta Sans"/>
                <a:ea typeface="Asta Sans"/>
                <a:cs typeface="Asta Sans"/>
                <a:sym typeface="Asta Sans"/>
              </a:rPr>
              <a:t>CRA</a:t>
            </a:r>
            <a:r>
              <a:rPr lang="ko-KR">
                <a:latin typeface="Asta Sans"/>
                <a:ea typeface="Asta Sans"/>
                <a:cs typeface="Asta Sans"/>
                <a:sym typeface="Asta Sans"/>
              </a:rPr>
              <a:t>과정 프로젝트</a:t>
            </a:r>
            <a:endParaRPr>
              <a:latin typeface="Asta Sans"/>
              <a:ea typeface="Asta Sans"/>
              <a:cs typeface="Asta Sans"/>
              <a:sym typeface="Asta Sans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2"/>
          <p:cNvSpPr txBox="1"/>
          <p:nvPr>
            <p:ph idx="1" type="body"/>
          </p:nvPr>
        </p:nvSpPr>
        <p:spPr>
          <a:xfrm>
            <a:off x="1632000" y="1860184"/>
            <a:ext cx="8928000" cy="2533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0" spcFirstLastPara="1" rIns="91425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None/>
            </a:pPr>
            <a:r>
              <a:rPr lang="ko-KR" sz="4000">
                <a:latin typeface="Asta Sans"/>
                <a:ea typeface="Asta Sans"/>
                <a:cs typeface="Asta Sans"/>
                <a:sym typeface="Asta Sans"/>
              </a:rPr>
              <a:t>조원 소개 및 역할</a:t>
            </a:r>
            <a:endParaRPr sz="4000">
              <a:latin typeface="Asta Sans"/>
              <a:ea typeface="Asta Sans"/>
              <a:cs typeface="Asta Sans"/>
              <a:sym typeface="Asta Sans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7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8" name="Google Shape;58;p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084625" y="3381375"/>
            <a:ext cx="4182400" cy="3476625"/>
          </a:xfrm>
          <a:prstGeom prst="rect">
            <a:avLst/>
          </a:prstGeom>
          <a:noFill/>
          <a:ln>
            <a:noFill/>
          </a:ln>
        </p:spPr>
      </p:pic>
      <p:sp>
        <p:nvSpPr>
          <p:cNvPr id="59" name="Google Shape;59;p3"/>
          <p:cNvSpPr txBox="1"/>
          <p:nvPr>
            <p:ph type="title"/>
          </p:nvPr>
        </p:nvSpPr>
        <p:spPr>
          <a:xfrm>
            <a:off x="605980" y="310143"/>
            <a:ext cx="10515600" cy="64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</a:pPr>
            <a:r>
              <a:rPr b="1" lang="ko-KR" sz="3200">
                <a:latin typeface="Asta Sans"/>
                <a:ea typeface="Asta Sans"/>
                <a:cs typeface="Asta Sans"/>
                <a:sym typeface="Asta Sans"/>
              </a:rPr>
              <a:t> </a:t>
            </a:r>
            <a:r>
              <a:rPr b="1" lang="ko-KR" sz="3200">
                <a:latin typeface="Asta Sans"/>
                <a:ea typeface="Asta Sans"/>
                <a:cs typeface="Asta Sans"/>
                <a:sym typeface="Asta Sans"/>
              </a:rPr>
              <a:t>TDD 방식 (Workflow)</a:t>
            </a:r>
            <a:endParaRPr b="1">
              <a:latin typeface="Asta Sans"/>
              <a:ea typeface="Asta Sans"/>
              <a:cs typeface="Asta Sans"/>
              <a:sym typeface="Asta Sans"/>
            </a:endParaRPr>
          </a:p>
        </p:txBody>
      </p:sp>
      <p:sp>
        <p:nvSpPr>
          <p:cNvPr id="60" name="Google Shape;60;p3"/>
          <p:cNvSpPr txBox="1"/>
          <p:nvPr>
            <p:ph idx="1" type="body"/>
          </p:nvPr>
        </p:nvSpPr>
        <p:spPr>
          <a:xfrm>
            <a:off x="605980" y="1316376"/>
            <a:ext cx="10515600" cy="4927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sta Sans"/>
              <a:buChar char="●"/>
            </a:pPr>
            <a:r>
              <a:rPr lang="ko-KR">
                <a:latin typeface="Asta Sans"/>
                <a:ea typeface="Asta Sans"/>
                <a:cs typeface="Asta Sans"/>
                <a:sym typeface="Asta Sans"/>
              </a:rPr>
              <a:t>Red, Green</a:t>
            </a:r>
            <a:endParaRPr>
              <a:latin typeface="Asta Sans"/>
              <a:ea typeface="Asta Sans"/>
              <a:cs typeface="Asta Sans"/>
              <a:sym typeface="Asta Sans"/>
            </a:endParaRPr>
          </a:p>
          <a:p>
            <a:pPr indent="-3429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sta Sans"/>
              <a:buChar char="○"/>
            </a:pPr>
            <a:r>
              <a:rPr lang="ko-KR">
                <a:latin typeface="Asta Sans"/>
                <a:ea typeface="Asta Sans"/>
                <a:cs typeface="Asta Sans"/>
                <a:sym typeface="Asta Sans"/>
              </a:rPr>
              <a:t>모듈별 Red, Green 담당자를 고정한다</a:t>
            </a:r>
            <a:endParaRPr>
              <a:latin typeface="Asta Sans"/>
              <a:ea typeface="Asta Sans"/>
              <a:cs typeface="Asta Sans"/>
              <a:sym typeface="Asta Sans"/>
            </a:endParaRPr>
          </a:p>
          <a:p>
            <a:pPr indent="-3429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sta Sans"/>
              <a:buChar char="○"/>
            </a:pPr>
            <a:r>
              <a:rPr lang="ko-KR">
                <a:latin typeface="Asta Sans"/>
                <a:ea typeface="Asta Sans"/>
                <a:cs typeface="Asta Sans"/>
                <a:sym typeface="Asta Sans"/>
              </a:rPr>
              <a:t>서로의 코드를 Review하여 모듈에 대한 이해도를 높인다</a:t>
            </a:r>
            <a:endParaRPr>
              <a:latin typeface="Asta Sans"/>
              <a:ea typeface="Asta Sans"/>
              <a:cs typeface="Asta Sans"/>
              <a:sym typeface="Asta San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Asta Sans"/>
              <a:ea typeface="Asta Sans"/>
              <a:cs typeface="Asta Sans"/>
              <a:sym typeface="Asta Sans"/>
            </a:endParaRPr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sta Sans"/>
              <a:buChar char="●"/>
            </a:pPr>
            <a:r>
              <a:rPr lang="ko-KR">
                <a:latin typeface="Asta Sans"/>
                <a:ea typeface="Asta Sans"/>
                <a:cs typeface="Asta Sans"/>
                <a:sym typeface="Asta Sans"/>
              </a:rPr>
              <a:t>Refactor</a:t>
            </a:r>
            <a:endParaRPr>
              <a:latin typeface="Asta Sans"/>
              <a:ea typeface="Asta Sans"/>
              <a:cs typeface="Asta Sans"/>
              <a:sym typeface="Asta Sans"/>
            </a:endParaRPr>
          </a:p>
          <a:p>
            <a:pPr indent="-3429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sta Sans"/>
              <a:buChar char="○"/>
            </a:pPr>
            <a:r>
              <a:rPr lang="ko-KR">
                <a:latin typeface="Asta Sans"/>
                <a:ea typeface="Asta Sans"/>
                <a:cs typeface="Asta Sans"/>
                <a:sym typeface="Asta Sans"/>
              </a:rPr>
              <a:t>Green 이후 필수로 Refactor 하지는 않는다</a:t>
            </a:r>
            <a:endParaRPr>
              <a:latin typeface="Asta Sans"/>
              <a:ea typeface="Asta Sans"/>
              <a:cs typeface="Asta Sans"/>
              <a:sym typeface="Asta Sans"/>
            </a:endParaRPr>
          </a:p>
          <a:p>
            <a:pPr indent="-3429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sta Sans"/>
              <a:buChar char="○"/>
            </a:pPr>
            <a:r>
              <a:rPr lang="ko-KR">
                <a:latin typeface="Asta Sans"/>
                <a:ea typeface="Asta Sans"/>
                <a:cs typeface="Asta Sans"/>
                <a:sym typeface="Asta Sans"/>
              </a:rPr>
              <a:t>Module 담당자들이 Code Smell 을 확인하면 Refactor</a:t>
            </a:r>
            <a:endParaRPr>
              <a:latin typeface="Asta Sans"/>
              <a:ea typeface="Asta Sans"/>
              <a:cs typeface="Asta Sans"/>
              <a:sym typeface="Asta Sans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4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g3f44738b4e9_5_1"/>
          <p:cNvSpPr txBox="1"/>
          <p:nvPr>
            <p:ph type="title"/>
          </p:nvPr>
        </p:nvSpPr>
        <p:spPr>
          <a:xfrm>
            <a:off x="605980" y="310143"/>
            <a:ext cx="10515600" cy="64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</a:pPr>
            <a:r>
              <a:rPr b="1" lang="ko-KR" sz="3200">
                <a:latin typeface="Asta Sans"/>
                <a:ea typeface="Asta Sans"/>
                <a:cs typeface="Asta Sans"/>
                <a:sym typeface="Asta Sans"/>
              </a:rPr>
              <a:t> </a:t>
            </a:r>
            <a:r>
              <a:rPr b="1" lang="ko-KR" sz="3200">
                <a:latin typeface="Asta Sans"/>
                <a:ea typeface="Asta Sans"/>
                <a:cs typeface="Asta Sans"/>
                <a:sym typeface="Asta Sans"/>
              </a:rPr>
              <a:t>TDD 방식</a:t>
            </a:r>
            <a:endParaRPr b="1">
              <a:latin typeface="Asta Sans"/>
              <a:ea typeface="Asta Sans"/>
              <a:cs typeface="Asta Sans"/>
              <a:sym typeface="Asta Sans"/>
            </a:endParaRPr>
          </a:p>
        </p:txBody>
      </p:sp>
      <p:sp>
        <p:nvSpPr>
          <p:cNvPr id="66" name="Google Shape;66;g3f44738b4e9_5_1"/>
          <p:cNvSpPr txBox="1"/>
          <p:nvPr>
            <p:ph idx="1" type="body"/>
          </p:nvPr>
        </p:nvSpPr>
        <p:spPr>
          <a:xfrm>
            <a:off x="605975" y="1316375"/>
            <a:ext cx="10515600" cy="541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sta Sans"/>
              <a:buChar char="●"/>
            </a:pPr>
            <a:r>
              <a:rPr lang="ko-KR">
                <a:latin typeface="Asta Sans"/>
                <a:ea typeface="Asta Sans"/>
                <a:cs typeface="Asta Sans"/>
                <a:sym typeface="Asta Sans"/>
              </a:rPr>
              <a:t>Assembler Unit</a:t>
            </a:r>
            <a:endParaRPr>
              <a:latin typeface="Asta Sans"/>
              <a:ea typeface="Asta Sans"/>
              <a:cs typeface="Asta Sans"/>
              <a:sym typeface="Asta Sans"/>
            </a:endParaRPr>
          </a:p>
          <a:p>
            <a:pPr indent="-3429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sta Sans"/>
              <a:buChar char="○"/>
            </a:pPr>
            <a:r>
              <a:rPr lang="ko-KR">
                <a:latin typeface="Asta Sans"/>
                <a:ea typeface="Asta Sans"/>
                <a:cs typeface="Asta Sans"/>
                <a:sym typeface="Asta Sans"/>
              </a:rPr>
              <a:t>Red: </a:t>
            </a:r>
            <a:r>
              <a:rPr lang="ko-KR">
                <a:latin typeface="Asta Sans"/>
                <a:ea typeface="Asta Sans"/>
                <a:cs typeface="Asta Sans"/>
                <a:sym typeface="Asta Sans"/>
              </a:rPr>
              <a:t>박진용 님  / </a:t>
            </a:r>
            <a:r>
              <a:rPr lang="ko-KR">
                <a:latin typeface="Asta Sans"/>
                <a:ea typeface="Asta Sans"/>
                <a:cs typeface="Asta Sans"/>
                <a:sym typeface="Asta Sans"/>
              </a:rPr>
              <a:t>Green: </a:t>
            </a:r>
            <a:r>
              <a:rPr lang="ko-KR">
                <a:latin typeface="Asta Sans"/>
                <a:ea typeface="Asta Sans"/>
                <a:cs typeface="Asta Sans"/>
                <a:sym typeface="Asta Sans"/>
              </a:rPr>
              <a:t>권교혁 님</a:t>
            </a:r>
            <a:endParaRPr>
              <a:latin typeface="Asta Sans"/>
              <a:ea typeface="Asta Sans"/>
              <a:cs typeface="Asta Sans"/>
              <a:sym typeface="Asta San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Asta Sans"/>
              <a:ea typeface="Asta Sans"/>
              <a:cs typeface="Asta Sans"/>
              <a:sym typeface="Asta Sans"/>
            </a:endParaRPr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sta Sans"/>
              <a:buChar char="●"/>
            </a:pPr>
            <a:r>
              <a:rPr lang="ko-KR">
                <a:latin typeface="Asta Sans"/>
                <a:ea typeface="Asta Sans"/>
                <a:cs typeface="Asta Sans"/>
                <a:sym typeface="Asta Sans"/>
              </a:rPr>
              <a:t>Checker Unit</a:t>
            </a:r>
            <a:endParaRPr>
              <a:latin typeface="Asta Sans"/>
              <a:ea typeface="Asta Sans"/>
              <a:cs typeface="Asta Sans"/>
              <a:sym typeface="Asta Sans"/>
            </a:endParaRPr>
          </a:p>
          <a:p>
            <a:pPr indent="-3429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sta Sans"/>
              <a:buChar char="○"/>
            </a:pPr>
            <a:r>
              <a:rPr lang="ko-KR">
                <a:latin typeface="Asta Sans"/>
                <a:ea typeface="Asta Sans"/>
                <a:cs typeface="Asta Sans"/>
                <a:sym typeface="Asta Sans"/>
              </a:rPr>
              <a:t>Red: </a:t>
            </a:r>
            <a:r>
              <a:rPr lang="ko-KR">
                <a:latin typeface="Asta Sans"/>
                <a:ea typeface="Asta Sans"/>
                <a:cs typeface="Asta Sans"/>
                <a:sym typeface="Asta Sans"/>
              </a:rPr>
              <a:t>이호영 님  / </a:t>
            </a:r>
            <a:r>
              <a:rPr lang="ko-KR">
                <a:latin typeface="Asta Sans"/>
                <a:ea typeface="Asta Sans"/>
                <a:cs typeface="Asta Sans"/>
                <a:sym typeface="Asta Sans"/>
              </a:rPr>
              <a:t>Green: </a:t>
            </a:r>
            <a:r>
              <a:rPr lang="ko-KR">
                <a:latin typeface="Asta Sans"/>
                <a:ea typeface="Asta Sans"/>
                <a:cs typeface="Asta Sans"/>
                <a:sym typeface="Asta Sans"/>
              </a:rPr>
              <a:t>홍성제</a:t>
            </a:r>
            <a:r>
              <a:rPr lang="ko-KR">
                <a:latin typeface="Asta Sans"/>
                <a:ea typeface="Asta Sans"/>
                <a:cs typeface="Asta Sans"/>
                <a:sym typeface="Asta Sans"/>
              </a:rPr>
              <a:t> 님</a:t>
            </a:r>
            <a:endParaRPr>
              <a:latin typeface="Asta Sans"/>
              <a:ea typeface="Asta Sans"/>
              <a:cs typeface="Asta Sans"/>
              <a:sym typeface="Asta San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Asta Sans"/>
              <a:ea typeface="Asta Sans"/>
              <a:cs typeface="Asta Sans"/>
              <a:sym typeface="Asta Sans"/>
            </a:endParaRPr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sta Sans"/>
              <a:buChar char="●"/>
            </a:pPr>
            <a:r>
              <a:rPr lang="ko-KR">
                <a:latin typeface="Asta Sans"/>
                <a:ea typeface="Asta Sans"/>
                <a:cs typeface="Asta Sans"/>
                <a:sym typeface="Asta Sans"/>
              </a:rPr>
              <a:t>Executor Unit</a:t>
            </a:r>
            <a:endParaRPr>
              <a:latin typeface="Asta Sans"/>
              <a:ea typeface="Asta Sans"/>
              <a:cs typeface="Asta Sans"/>
              <a:sym typeface="Asta Sans"/>
            </a:endParaRPr>
          </a:p>
          <a:p>
            <a:pPr indent="-3429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sta Sans"/>
              <a:buChar char="○"/>
            </a:pPr>
            <a:r>
              <a:rPr lang="ko-KR">
                <a:latin typeface="Asta Sans"/>
                <a:ea typeface="Asta Sans"/>
                <a:cs typeface="Asta Sans"/>
                <a:sym typeface="Asta Sans"/>
              </a:rPr>
              <a:t>Red: </a:t>
            </a:r>
            <a:r>
              <a:rPr lang="ko-KR">
                <a:latin typeface="Asta Sans"/>
                <a:ea typeface="Asta Sans"/>
                <a:cs typeface="Asta Sans"/>
                <a:sym typeface="Asta Sans"/>
              </a:rPr>
              <a:t>홍성제 님  / </a:t>
            </a:r>
            <a:r>
              <a:rPr lang="ko-KR">
                <a:latin typeface="Asta Sans"/>
                <a:ea typeface="Asta Sans"/>
                <a:cs typeface="Asta Sans"/>
                <a:sym typeface="Asta Sans"/>
              </a:rPr>
              <a:t>Green: </a:t>
            </a:r>
            <a:r>
              <a:rPr lang="ko-KR">
                <a:latin typeface="Asta Sans"/>
                <a:ea typeface="Asta Sans"/>
                <a:cs typeface="Asta Sans"/>
                <a:sym typeface="Asta Sans"/>
              </a:rPr>
              <a:t>류종훈 님 </a:t>
            </a:r>
            <a:endParaRPr>
              <a:latin typeface="Asta Sans"/>
              <a:ea typeface="Asta Sans"/>
              <a:cs typeface="Asta Sans"/>
              <a:sym typeface="Asta Sans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g3f44738b4e9_5_7"/>
          <p:cNvSpPr txBox="1"/>
          <p:nvPr>
            <p:ph type="title"/>
          </p:nvPr>
        </p:nvSpPr>
        <p:spPr>
          <a:xfrm>
            <a:off x="605980" y="310143"/>
            <a:ext cx="10515600" cy="64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</a:pPr>
            <a:r>
              <a:rPr b="1" lang="ko-KR" sz="3200">
                <a:latin typeface="Asta Sans"/>
                <a:ea typeface="Asta Sans"/>
                <a:cs typeface="Asta Sans"/>
                <a:sym typeface="Asta Sans"/>
              </a:rPr>
              <a:t> </a:t>
            </a:r>
            <a:r>
              <a:rPr b="1" lang="ko-KR" sz="3200">
                <a:latin typeface="Asta Sans"/>
                <a:ea typeface="Asta Sans"/>
                <a:cs typeface="Asta Sans"/>
                <a:sym typeface="Asta Sans"/>
              </a:rPr>
              <a:t>기능 추가 미션 (Workflow)</a:t>
            </a:r>
            <a:endParaRPr b="1">
              <a:latin typeface="Asta Sans"/>
              <a:ea typeface="Asta Sans"/>
              <a:cs typeface="Asta Sans"/>
              <a:sym typeface="Asta Sans"/>
            </a:endParaRPr>
          </a:p>
        </p:txBody>
      </p:sp>
      <p:sp>
        <p:nvSpPr>
          <p:cNvPr id="72" name="Google Shape;72;g3f44738b4e9_5_7"/>
          <p:cNvSpPr txBox="1"/>
          <p:nvPr>
            <p:ph idx="1" type="body"/>
          </p:nvPr>
        </p:nvSpPr>
        <p:spPr>
          <a:xfrm>
            <a:off x="605980" y="1316376"/>
            <a:ext cx="10515600" cy="4927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sta Sans"/>
              <a:buChar char="●"/>
            </a:pPr>
            <a:r>
              <a:rPr lang="ko-KR">
                <a:latin typeface="Asta Sans"/>
                <a:ea typeface="Asta Sans"/>
                <a:cs typeface="Asta Sans"/>
                <a:sym typeface="Asta Sans"/>
              </a:rPr>
              <a:t>사전 작업</a:t>
            </a:r>
            <a:endParaRPr>
              <a:latin typeface="Asta Sans"/>
              <a:ea typeface="Asta Sans"/>
              <a:cs typeface="Asta Sans"/>
              <a:sym typeface="Asta Sans"/>
            </a:endParaRPr>
          </a:p>
          <a:p>
            <a:pPr indent="-3429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sta Sans"/>
              <a:buChar char="○"/>
            </a:pPr>
            <a:r>
              <a:rPr lang="ko-KR">
                <a:latin typeface="Asta Sans"/>
                <a:ea typeface="Asta Sans"/>
                <a:cs typeface="Asta Sans"/>
                <a:sym typeface="Asta Sans"/>
              </a:rPr>
              <a:t>병렬 작업 시 Conflict를 최소화 하기 위함이다</a:t>
            </a:r>
            <a:endParaRPr>
              <a:latin typeface="Asta Sans"/>
              <a:ea typeface="Asta Sans"/>
              <a:cs typeface="Asta Sans"/>
              <a:sym typeface="Asta Sans"/>
            </a:endParaRPr>
          </a:p>
          <a:p>
            <a:pPr indent="-3429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sta Sans"/>
              <a:buChar char="○"/>
            </a:pPr>
            <a:r>
              <a:rPr lang="ko-KR">
                <a:latin typeface="Asta Sans"/>
                <a:ea typeface="Asta Sans"/>
                <a:cs typeface="Asta Sans"/>
                <a:sym typeface="Asta Sans"/>
              </a:rPr>
              <a:t>ex) md 파일추가, 파일 구조 정리, 확장성을 위한 Refactor</a:t>
            </a:r>
            <a:endParaRPr>
              <a:latin typeface="Asta Sans"/>
              <a:ea typeface="Asta Sans"/>
              <a:cs typeface="Asta Sans"/>
              <a:sym typeface="Asta San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Asta Sans"/>
              <a:ea typeface="Asta Sans"/>
              <a:cs typeface="Asta Sans"/>
              <a:sym typeface="Asta Sans"/>
            </a:endParaRPr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sta Sans"/>
              <a:buChar char="●"/>
            </a:pPr>
            <a:r>
              <a:rPr lang="ko-KR">
                <a:latin typeface="Asta Sans"/>
                <a:ea typeface="Asta Sans"/>
                <a:cs typeface="Asta Sans"/>
                <a:sym typeface="Asta Sans"/>
              </a:rPr>
              <a:t>기능 구현 및 Test</a:t>
            </a:r>
            <a:endParaRPr>
              <a:latin typeface="Asta Sans"/>
              <a:ea typeface="Asta Sans"/>
              <a:cs typeface="Asta Sans"/>
              <a:sym typeface="Asta Sans"/>
            </a:endParaRPr>
          </a:p>
          <a:p>
            <a:pPr indent="-3429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sta Sans"/>
              <a:buChar char="○"/>
            </a:pPr>
            <a:r>
              <a:rPr lang="ko-KR">
                <a:latin typeface="Asta Sans"/>
                <a:ea typeface="Asta Sans"/>
                <a:cs typeface="Asta Sans"/>
                <a:sym typeface="Asta Sans"/>
              </a:rPr>
              <a:t>기능별 담당자를 나눠서 각각 구현한다</a:t>
            </a:r>
            <a:endParaRPr>
              <a:latin typeface="Asta Sans"/>
              <a:ea typeface="Asta Sans"/>
              <a:cs typeface="Asta Sans"/>
              <a:sym typeface="Asta Sans"/>
            </a:endParaRPr>
          </a:p>
          <a:p>
            <a:pPr indent="-3429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sta Sans"/>
              <a:buChar char="○"/>
            </a:pPr>
            <a:r>
              <a:rPr lang="ko-KR">
                <a:latin typeface="Asta Sans"/>
                <a:ea typeface="Asta Sans"/>
                <a:cs typeface="Asta Sans"/>
                <a:sym typeface="Asta Sans"/>
              </a:rPr>
              <a:t>지정된 리뷰어가 PR을 리뷰한다</a:t>
            </a:r>
            <a:endParaRPr>
              <a:latin typeface="Asta Sans"/>
              <a:ea typeface="Asta Sans"/>
              <a:cs typeface="Asta Sans"/>
              <a:sym typeface="Asta Sans"/>
            </a:endParaRPr>
          </a:p>
          <a:p>
            <a:pPr indent="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Asta Sans"/>
              <a:ea typeface="Asta Sans"/>
              <a:cs typeface="Asta Sans"/>
              <a:sym typeface="Asta Sans"/>
            </a:endParaRPr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sta Sans"/>
              <a:buChar char="●"/>
            </a:pPr>
            <a:r>
              <a:rPr lang="ko-KR">
                <a:latin typeface="Asta Sans"/>
                <a:ea typeface="Asta Sans"/>
                <a:cs typeface="Asta Sans"/>
                <a:sym typeface="Asta Sans"/>
              </a:rPr>
              <a:t>Refactor</a:t>
            </a:r>
            <a:endParaRPr>
              <a:latin typeface="Asta Sans"/>
              <a:ea typeface="Asta Sans"/>
              <a:cs typeface="Asta Sans"/>
              <a:sym typeface="Asta Sans"/>
            </a:endParaRPr>
          </a:p>
          <a:p>
            <a:pPr indent="-3429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sta Sans"/>
              <a:buChar char="○"/>
            </a:pPr>
            <a:r>
              <a:rPr lang="ko-KR">
                <a:latin typeface="Asta Sans"/>
                <a:ea typeface="Asta Sans"/>
                <a:cs typeface="Asta Sans"/>
                <a:sym typeface="Asta Sans"/>
              </a:rPr>
              <a:t>완성된 코드로 다같이 Refactoring을 수행한다</a:t>
            </a:r>
            <a:endParaRPr>
              <a:latin typeface="Asta Sans"/>
              <a:ea typeface="Asta Sans"/>
              <a:cs typeface="Asta Sans"/>
              <a:sym typeface="Asta Sans"/>
            </a:endParaRPr>
          </a:p>
        </p:txBody>
      </p:sp>
      <p:sp>
        <p:nvSpPr>
          <p:cNvPr id="73" name="Google Shape;73;g3f44738b4e9_5_7"/>
          <p:cNvSpPr/>
          <p:nvPr/>
        </p:nvSpPr>
        <p:spPr>
          <a:xfrm>
            <a:off x="8776873" y="2032883"/>
            <a:ext cx="1844100" cy="7974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800">
                <a:latin typeface="Asta Sans"/>
                <a:ea typeface="Asta Sans"/>
                <a:cs typeface="Asta Sans"/>
                <a:sym typeface="Asta Sans"/>
              </a:rPr>
              <a:t>사전 작업</a:t>
            </a:r>
            <a:endParaRPr sz="1800">
              <a:latin typeface="Asta Sans"/>
              <a:ea typeface="Asta Sans"/>
              <a:cs typeface="Asta Sans"/>
              <a:sym typeface="Asta Sans"/>
            </a:endParaRPr>
          </a:p>
        </p:txBody>
      </p:sp>
      <p:sp>
        <p:nvSpPr>
          <p:cNvPr id="74" name="Google Shape;74;g3f44738b4e9_5_7"/>
          <p:cNvSpPr/>
          <p:nvPr/>
        </p:nvSpPr>
        <p:spPr>
          <a:xfrm>
            <a:off x="7336473" y="3516486"/>
            <a:ext cx="657900" cy="8871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>
                <a:latin typeface="Asta Sans"/>
                <a:ea typeface="Asta Sans"/>
                <a:cs typeface="Asta Sans"/>
                <a:sym typeface="Asta Sans"/>
              </a:rPr>
              <a:t>구현</a:t>
            </a:r>
            <a:br>
              <a:rPr lang="ko-KR">
                <a:latin typeface="Asta Sans"/>
                <a:ea typeface="Asta Sans"/>
                <a:cs typeface="Asta Sans"/>
                <a:sym typeface="Asta Sans"/>
              </a:rPr>
            </a:br>
            <a:r>
              <a:rPr lang="ko-KR">
                <a:latin typeface="Asta Sans"/>
                <a:ea typeface="Asta Sans"/>
                <a:cs typeface="Asta Sans"/>
                <a:sym typeface="Asta Sans"/>
              </a:rPr>
              <a:t>#1</a:t>
            </a:r>
            <a:endParaRPr>
              <a:latin typeface="Asta Sans"/>
              <a:ea typeface="Asta Sans"/>
              <a:cs typeface="Asta Sans"/>
              <a:sym typeface="Asta Sans"/>
            </a:endParaRPr>
          </a:p>
        </p:txBody>
      </p:sp>
      <p:sp>
        <p:nvSpPr>
          <p:cNvPr id="75" name="Google Shape;75;g3f44738b4e9_5_7"/>
          <p:cNvSpPr/>
          <p:nvPr/>
        </p:nvSpPr>
        <p:spPr>
          <a:xfrm>
            <a:off x="8353223" y="3516486"/>
            <a:ext cx="657900" cy="8871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>
                <a:solidFill>
                  <a:schemeClr val="dk1"/>
                </a:solidFill>
                <a:latin typeface="Asta Sans"/>
                <a:ea typeface="Asta Sans"/>
                <a:cs typeface="Asta Sans"/>
                <a:sym typeface="Asta Sans"/>
              </a:rPr>
              <a:t>구현</a:t>
            </a:r>
            <a:br>
              <a:rPr lang="ko-KR">
                <a:solidFill>
                  <a:schemeClr val="dk1"/>
                </a:solidFill>
                <a:latin typeface="Asta Sans"/>
                <a:ea typeface="Asta Sans"/>
                <a:cs typeface="Asta Sans"/>
                <a:sym typeface="Asta Sans"/>
              </a:rPr>
            </a:br>
            <a:r>
              <a:rPr lang="ko-KR">
                <a:solidFill>
                  <a:schemeClr val="dk1"/>
                </a:solidFill>
                <a:latin typeface="Asta Sans"/>
                <a:ea typeface="Asta Sans"/>
                <a:cs typeface="Asta Sans"/>
                <a:sym typeface="Asta Sans"/>
              </a:rPr>
              <a:t>#2</a:t>
            </a:r>
            <a:endParaRPr>
              <a:latin typeface="Asta Sans"/>
              <a:ea typeface="Asta Sans"/>
              <a:cs typeface="Asta Sans"/>
              <a:sym typeface="Asta Sans"/>
            </a:endParaRPr>
          </a:p>
        </p:txBody>
      </p:sp>
      <p:sp>
        <p:nvSpPr>
          <p:cNvPr id="76" name="Google Shape;76;g3f44738b4e9_5_7"/>
          <p:cNvSpPr/>
          <p:nvPr/>
        </p:nvSpPr>
        <p:spPr>
          <a:xfrm>
            <a:off x="9369973" y="3516486"/>
            <a:ext cx="657900" cy="8871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>
                <a:solidFill>
                  <a:schemeClr val="dk1"/>
                </a:solidFill>
                <a:latin typeface="Asta Sans"/>
                <a:ea typeface="Asta Sans"/>
                <a:cs typeface="Asta Sans"/>
                <a:sym typeface="Asta Sans"/>
              </a:rPr>
              <a:t>구현</a:t>
            </a:r>
            <a:br>
              <a:rPr lang="ko-KR">
                <a:solidFill>
                  <a:schemeClr val="dk1"/>
                </a:solidFill>
                <a:latin typeface="Asta Sans"/>
                <a:ea typeface="Asta Sans"/>
                <a:cs typeface="Asta Sans"/>
                <a:sym typeface="Asta Sans"/>
              </a:rPr>
            </a:br>
            <a:r>
              <a:rPr lang="ko-KR">
                <a:solidFill>
                  <a:schemeClr val="dk1"/>
                </a:solidFill>
                <a:latin typeface="Asta Sans"/>
                <a:ea typeface="Asta Sans"/>
                <a:cs typeface="Asta Sans"/>
                <a:sym typeface="Asta Sans"/>
              </a:rPr>
              <a:t>#3</a:t>
            </a:r>
            <a:endParaRPr>
              <a:latin typeface="Asta Sans"/>
              <a:ea typeface="Asta Sans"/>
              <a:cs typeface="Asta Sans"/>
              <a:sym typeface="Asta Sans"/>
            </a:endParaRPr>
          </a:p>
        </p:txBody>
      </p:sp>
      <p:sp>
        <p:nvSpPr>
          <p:cNvPr id="77" name="Google Shape;77;g3f44738b4e9_5_7"/>
          <p:cNvSpPr/>
          <p:nvPr/>
        </p:nvSpPr>
        <p:spPr>
          <a:xfrm>
            <a:off x="10361798" y="3516486"/>
            <a:ext cx="657900" cy="8871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>
                <a:solidFill>
                  <a:schemeClr val="dk1"/>
                </a:solidFill>
                <a:latin typeface="Asta Sans"/>
                <a:ea typeface="Asta Sans"/>
                <a:cs typeface="Asta Sans"/>
                <a:sym typeface="Asta Sans"/>
              </a:rPr>
              <a:t>구현</a:t>
            </a:r>
            <a:br>
              <a:rPr lang="ko-KR">
                <a:solidFill>
                  <a:schemeClr val="dk1"/>
                </a:solidFill>
                <a:latin typeface="Asta Sans"/>
                <a:ea typeface="Asta Sans"/>
                <a:cs typeface="Asta Sans"/>
                <a:sym typeface="Asta Sans"/>
              </a:rPr>
            </a:br>
            <a:r>
              <a:rPr lang="ko-KR">
                <a:solidFill>
                  <a:schemeClr val="dk1"/>
                </a:solidFill>
                <a:latin typeface="Asta Sans"/>
                <a:ea typeface="Asta Sans"/>
                <a:cs typeface="Asta Sans"/>
                <a:sym typeface="Asta Sans"/>
              </a:rPr>
              <a:t>#4</a:t>
            </a:r>
            <a:endParaRPr>
              <a:latin typeface="Asta Sans"/>
              <a:ea typeface="Asta Sans"/>
              <a:cs typeface="Asta Sans"/>
              <a:sym typeface="Asta Sans"/>
            </a:endParaRPr>
          </a:p>
        </p:txBody>
      </p:sp>
      <p:sp>
        <p:nvSpPr>
          <p:cNvPr id="78" name="Google Shape;78;g3f44738b4e9_5_7"/>
          <p:cNvSpPr/>
          <p:nvPr/>
        </p:nvSpPr>
        <p:spPr>
          <a:xfrm>
            <a:off x="11353623" y="3516486"/>
            <a:ext cx="657900" cy="8871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>
                <a:solidFill>
                  <a:schemeClr val="dk1"/>
                </a:solidFill>
                <a:latin typeface="Asta Sans"/>
                <a:ea typeface="Asta Sans"/>
                <a:cs typeface="Asta Sans"/>
                <a:sym typeface="Asta Sans"/>
              </a:rPr>
              <a:t>구현</a:t>
            </a:r>
            <a:br>
              <a:rPr lang="ko-KR">
                <a:solidFill>
                  <a:schemeClr val="dk1"/>
                </a:solidFill>
                <a:latin typeface="Asta Sans"/>
                <a:ea typeface="Asta Sans"/>
                <a:cs typeface="Asta Sans"/>
                <a:sym typeface="Asta Sans"/>
              </a:rPr>
            </a:br>
            <a:r>
              <a:rPr lang="ko-KR">
                <a:solidFill>
                  <a:schemeClr val="dk1"/>
                </a:solidFill>
                <a:latin typeface="Asta Sans"/>
                <a:ea typeface="Asta Sans"/>
                <a:cs typeface="Asta Sans"/>
                <a:sym typeface="Asta Sans"/>
              </a:rPr>
              <a:t>#5</a:t>
            </a:r>
            <a:endParaRPr>
              <a:latin typeface="Asta Sans"/>
              <a:ea typeface="Asta Sans"/>
              <a:cs typeface="Asta Sans"/>
              <a:sym typeface="Asta Sans"/>
            </a:endParaRPr>
          </a:p>
        </p:txBody>
      </p:sp>
      <p:sp>
        <p:nvSpPr>
          <p:cNvPr id="79" name="Google Shape;79;g3f44738b4e9_5_7"/>
          <p:cNvSpPr/>
          <p:nvPr/>
        </p:nvSpPr>
        <p:spPr>
          <a:xfrm>
            <a:off x="8776873" y="4994608"/>
            <a:ext cx="1844100" cy="7974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800">
                <a:latin typeface="Asta Sans"/>
                <a:ea typeface="Asta Sans"/>
                <a:cs typeface="Asta Sans"/>
                <a:sym typeface="Asta Sans"/>
              </a:rPr>
              <a:t>Refactoring</a:t>
            </a:r>
            <a:endParaRPr sz="1800">
              <a:latin typeface="Asta Sans"/>
              <a:ea typeface="Asta Sans"/>
              <a:cs typeface="Asta Sans"/>
              <a:sym typeface="Asta Sans"/>
            </a:endParaRPr>
          </a:p>
        </p:txBody>
      </p:sp>
      <p:cxnSp>
        <p:nvCxnSpPr>
          <p:cNvPr id="80" name="Google Shape;80;g3f44738b4e9_5_7"/>
          <p:cNvCxnSpPr>
            <a:stCxn id="74" idx="0"/>
            <a:endCxn id="73" idx="2"/>
          </p:cNvCxnSpPr>
          <p:nvPr/>
        </p:nvCxnSpPr>
        <p:spPr>
          <a:xfrm flipH="1" rot="10800000">
            <a:off x="7665423" y="2830386"/>
            <a:ext cx="2033400" cy="6861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81" name="Google Shape;81;g3f44738b4e9_5_7"/>
          <p:cNvCxnSpPr>
            <a:stCxn id="75" idx="0"/>
            <a:endCxn id="73" idx="2"/>
          </p:cNvCxnSpPr>
          <p:nvPr/>
        </p:nvCxnSpPr>
        <p:spPr>
          <a:xfrm flipH="1" rot="10800000">
            <a:off x="8682173" y="2830386"/>
            <a:ext cx="1016700" cy="6861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82" name="Google Shape;82;g3f44738b4e9_5_7"/>
          <p:cNvCxnSpPr>
            <a:stCxn id="76" idx="0"/>
            <a:endCxn id="73" idx="2"/>
          </p:cNvCxnSpPr>
          <p:nvPr/>
        </p:nvCxnSpPr>
        <p:spPr>
          <a:xfrm rot="10800000">
            <a:off x="9698923" y="2830386"/>
            <a:ext cx="0" cy="6861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83" name="Google Shape;83;g3f44738b4e9_5_7"/>
          <p:cNvCxnSpPr>
            <a:stCxn id="77" idx="0"/>
            <a:endCxn id="73" idx="2"/>
          </p:cNvCxnSpPr>
          <p:nvPr/>
        </p:nvCxnSpPr>
        <p:spPr>
          <a:xfrm rot="10800000">
            <a:off x="9698948" y="2830386"/>
            <a:ext cx="991800" cy="6861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84" name="Google Shape;84;g3f44738b4e9_5_7"/>
          <p:cNvCxnSpPr>
            <a:stCxn id="78" idx="0"/>
            <a:endCxn id="73" idx="2"/>
          </p:cNvCxnSpPr>
          <p:nvPr/>
        </p:nvCxnSpPr>
        <p:spPr>
          <a:xfrm rot="10800000">
            <a:off x="9698973" y="2830386"/>
            <a:ext cx="1983600" cy="6861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85" name="Google Shape;85;g3f44738b4e9_5_7"/>
          <p:cNvCxnSpPr>
            <a:stCxn id="74" idx="2"/>
            <a:endCxn id="79" idx="0"/>
          </p:cNvCxnSpPr>
          <p:nvPr/>
        </p:nvCxnSpPr>
        <p:spPr>
          <a:xfrm>
            <a:off x="7665423" y="4403586"/>
            <a:ext cx="2033400" cy="5910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86" name="Google Shape;86;g3f44738b4e9_5_7"/>
          <p:cNvCxnSpPr>
            <a:stCxn id="75" idx="2"/>
            <a:endCxn id="79" idx="0"/>
          </p:cNvCxnSpPr>
          <p:nvPr/>
        </p:nvCxnSpPr>
        <p:spPr>
          <a:xfrm>
            <a:off x="8682173" y="4403586"/>
            <a:ext cx="1016700" cy="5910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87" name="Google Shape;87;g3f44738b4e9_5_7"/>
          <p:cNvCxnSpPr>
            <a:stCxn id="76" idx="2"/>
            <a:endCxn id="79" idx="0"/>
          </p:cNvCxnSpPr>
          <p:nvPr/>
        </p:nvCxnSpPr>
        <p:spPr>
          <a:xfrm>
            <a:off x="9698923" y="4403586"/>
            <a:ext cx="0" cy="5910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88" name="Google Shape;88;g3f44738b4e9_5_7"/>
          <p:cNvCxnSpPr>
            <a:stCxn id="77" idx="2"/>
            <a:endCxn id="79" idx="0"/>
          </p:cNvCxnSpPr>
          <p:nvPr/>
        </p:nvCxnSpPr>
        <p:spPr>
          <a:xfrm flipH="1">
            <a:off x="9698948" y="4403586"/>
            <a:ext cx="991800" cy="5910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89" name="Google Shape;89;g3f44738b4e9_5_7"/>
          <p:cNvCxnSpPr>
            <a:stCxn id="78" idx="2"/>
            <a:endCxn id="79" idx="0"/>
          </p:cNvCxnSpPr>
          <p:nvPr/>
        </p:nvCxnSpPr>
        <p:spPr>
          <a:xfrm flipH="1">
            <a:off x="9698973" y="4403586"/>
            <a:ext cx="1983600" cy="5910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90" name="Google Shape;90;g3f44738b4e9_5_7"/>
          <p:cNvCxnSpPr>
            <a:endCxn id="73" idx="0"/>
          </p:cNvCxnSpPr>
          <p:nvPr/>
        </p:nvCxnSpPr>
        <p:spPr>
          <a:xfrm flipH="1">
            <a:off x="9698923" y="1575083"/>
            <a:ext cx="9900" cy="4578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91" name="Google Shape;91;g3f44738b4e9_5_7"/>
          <p:cNvCxnSpPr/>
          <p:nvPr/>
        </p:nvCxnSpPr>
        <p:spPr>
          <a:xfrm flipH="1">
            <a:off x="9698948" y="5792008"/>
            <a:ext cx="9900" cy="4578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92" name="Google Shape;92;g3f44738b4e9_5_7"/>
          <p:cNvSpPr txBox="1"/>
          <p:nvPr/>
        </p:nvSpPr>
        <p:spPr>
          <a:xfrm>
            <a:off x="8198923" y="1174750"/>
            <a:ext cx="30000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800">
                <a:solidFill>
                  <a:schemeClr val="dk1"/>
                </a:solidFill>
                <a:latin typeface="Asta Sans"/>
                <a:ea typeface="Asta Sans"/>
                <a:cs typeface="Asta Sans"/>
                <a:sym typeface="Asta Sans"/>
              </a:rPr>
              <a:t>기능 추가 요구 사항</a:t>
            </a:r>
            <a:endParaRPr sz="1800">
              <a:solidFill>
                <a:schemeClr val="dk1"/>
              </a:solidFill>
              <a:latin typeface="Asta Sans"/>
              <a:ea typeface="Asta Sans"/>
              <a:cs typeface="Asta Sans"/>
              <a:sym typeface="Asta Sans"/>
            </a:endParaRPr>
          </a:p>
        </p:txBody>
      </p:sp>
      <p:sp>
        <p:nvSpPr>
          <p:cNvPr id="93" name="Google Shape;93;g3f44738b4e9_5_7"/>
          <p:cNvSpPr txBox="1"/>
          <p:nvPr/>
        </p:nvSpPr>
        <p:spPr>
          <a:xfrm>
            <a:off x="8198923" y="6201313"/>
            <a:ext cx="30000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800">
                <a:solidFill>
                  <a:schemeClr val="dk1"/>
                </a:solidFill>
                <a:latin typeface="Asta Sans"/>
                <a:ea typeface="Asta Sans"/>
                <a:cs typeface="Asta Sans"/>
                <a:sym typeface="Asta Sans"/>
              </a:rPr>
              <a:t>산출물</a:t>
            </a:r>
            <a:endParaRPr sz="1800">
              <a:solidFill>
                <a:schemeClr val="dk1"/>
              </a:solidFill>
              <a:latin typeface="Asta Sans"/>
              <a:ea typeface="Asta Sans"/>
              <a:cs typeface="Asta Sans"/>
              <a:sym typeface="Asta Sans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g3f44738b4e9_5_45"/>
          <p:cNvSpPr txBox="1"/>
          <p:nvPr>
            <p:ph type="title"/>
          </p:nvPr>
        </p:nvSpPr>
        <p:spPr>
          <a:xfrm>
            <a:off x="605980" y="310143"/>
            <a:ext cx="10515600" cy="64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</a:pPr>
            <a:r>
              <a:rPr b="1" lang="ko-KR" sz="3200">
                <a:latin typeface="Asta Sans"/>
                <a:ea typeface="Asta Sans"/>
                <a:cs typeface="Asta Sans"/>
                <a:sym typeface="Asta Sans"/>
              </a:rPr>
              <a:t> </a:t>
            </a:r>
            <a:r>
              <a:rPr b="1" lang="ko-KR" sz="3200">
                <a:latin typeface="Asta Sans"/>
                <a:ea typeface="Asta Sans"/>
                <a:cs typeface="Asta Sans"/>
                <a:sym typeface="Asta Sans"/>
              </a:rPr>
              <a:t>기능 추가 미션</a:t>
            </a:r>
            <a:endParaRPr b="1">
              <a:latin typeface="Asta Sans"/>
              <a:ea typeface="Asta Sans"/>
              <a:cs typeface="Asta Sans"/>
              <a:sym typeface="Asta Sans"/>
            </a:endParaRPr>
          </a:p>
        </p:txBody>
      </p:sp>
      <p:sp>
        <p:nvSpPr>
          <p:cNvPr id="99" name="Google Shape;99;g3f44738b4e9_5_45"/>
          <p:cNvSpPr txBox="1"/>
          <p:nvPr>
            <p:ph idx="1" type="body"/>
          </p:nvPr>
        </p:nvSpPr>
        <p:spPr>
          <a:xfrm>
            <a:off x="605980" y="1316376"/>
            <a:ext cx="10515600" cy="4927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sta Sans"/>
              <a:buChar char="●"/>
            </a:pPr>
            <a:r>
              <a:rPr lang="ko-KR">
                <a:latin typeface="Asta Sans"/>
                <a:ea typeface="Asta Sans"/>
                <a:cs typeface="Asta Sans"/>
                <a:sym typeface="Asta Sans"/>
              </a:rPr>
              <a:t>박진용 님</a:t>
            </a:r>
            <a:endParaRPr>
              <a:latin typeface="Asta Sans"/>
              <a:ea typeface="Asta Sans"/>
              <a:cs typeface="Asta Sans"/>
              <a:sym typeface="Asta Sans"/>
            </a:endParaRPr>
          </a:p>
          <a:p>
            <a:pPr indent="-3429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sta Sans"/>
              <a:buChar char="○"/>
            </a:pPr>
            <a:r>
              <a:rPr lang="ko-KR">
                <a:latin typeface="Asta Sans"/>
                <a:ea typeface="Asta Sans"/>
                <a:cs typeface="Asta Sans"/>
                <a:sym typeface="Asta Sans"/>
              </a:rPr>
              <a:t>Git Setup, </a:t>
            </a:r>
            <a:r>
              <a:rPr lang="ko-KR">
                <a:latin typeface="Asta Sans"/>
                <a:ea typeface="Asta Sans"/>
                <a:cs typeface="Asta Sans"/>
                <a:sym typeface="Asta Sans"/>
              </a:rPr>
              <a:t>Class </a:t>
            </a:r>
            <a:r>
              <a:rPr lang="ko-KR">
                <a:latin typeface="Asta Sans"/>
                <a:ea typeface="Asta Sans"/>
                <a:cs typeface="Asta Sans"/>
                <a:sym typeface="Asta Sans"/>
              </a:rPr>
              <a:t>기능추가</a:t>
            </a:r>
            <a:endParaRPr>
              <a:latin typeface="Asta Sans"/>
              <a:ea typeface="Asta Sans"/>
              <a:cs typeface="Asta Sans"/>
              <a:sym typeface="Asta Sans"/>
            </a:endParaRPr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sta Sans"/>
              <a:buChar char="●"/>
            </a:pPr>
            <a:r>
              <a:rPr lang="ko-KR">
                <a:latin typeface="Asta Sans"/>
                <a:ea typeface="Asta Sans"/>
                <a:cs typeface="Asta Sans"/>
                <a:sym typeface="Asta Sans"/>
              </a:rPr>
              <a:t>홍성제 님</a:t>
            </a:r>
            <a:endParaRPr>
              <a:latin typeface="Asta Sans"/>
              <a:ea typeface="Asta Sans"/>
              <a:cs typeface="Asta Sans"/>
              <a:sym typeface="Asta Sans"/>
            </a:endParaRPr>
          </a:p>
          <a:p>
            <a:pPr indent="-3429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sta Sans"/>
              <a:buChar char="○"/>
            </a:pPr>
            <a:r>
              <a:rPr lang="ko-KR">
                <a:latin typeface="Asta Sans"/>
                <a:ea typeface="Asta Sans"/>
                <a:cs typeface="Asta Sans"/>
                <a:sym typeface="Asta Sans"/>
              </a:rPr>
              <a:t>사전작업 리팩토링, 정적배열 기능추가</a:t>
            </a:r>
            <a:endParaRPr>
              <a:latin typeface="Asta Sans"/>
              <a:ea typeface="Asta Sans"/>
              <a:cs typeface="Asta Sans"/>
              <a:sym typeface="Asta Sans"/>
            </a:endParaRPr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sta Sans"/>
              <a:buChar char="●"/>
            </a:pPr>
            <a:r>
              <a:rPr lang="ko-KR">
                <a:latin typeface="Asta Sans"/>
                <a:ea typeface="Asta Sans"/>
                <a:cs typeface="Asta Sans"/>
                <a:sym typeface="Asta Sans"/>
              </a:rPr>
              <a:t>이호영 님</a:t>
            </a:r>
            <a:endParaRPr>
              <a:latin typeface="Asta Sans"/>
              <a:ea typeface="Asta Sans"/>
              <a:cs typeface="Asta Sans"/>
              <a:sym typeface="Asta Sans"/>
            </a:endParaRPr>
          </a:p>
          <a:p>
            <a:pPr indent="-3429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sta Sans"/>
              <a:buChar char="○"/>
            </a:pPr>
            <a:r>
              <a:rPr lang="ko-KR">
                <a:latin typeface="Asta Sans"/>
                <a:ea typeface="Asta Sans"/>
                <a:cs typeface="Asta Sans"/>
                <a:sym typeface="Asta Sans"/>
              </a:rPr>
              <a:t>사전작업 구조설계, function 기능추가</a:t>
            </a:r>
            <a:endParaRPr>
              <a:latin typeface="Asta Sans"/>
              <a:ea typeface="Asta Sans"/>
              <a:cs typeface="Asta Sans"/>
              <a:sym typeface="Asta Sans"/>
            </a:endParaRPr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sta Sans"/>
              <a:buChar char="●"/>
            </a:pPr>
            <a:r>
              <a:rPr lang="ko-KR">
                <a:latin typeface="Asta Sans"/>
                <a:ea typeface="Asta Sans"/>
                <a:cs typeface="Asta Sans"/>
                <a:sym typeface="Asta Sans"/>
              </a:rPr>
              <a:t>류종훈 님</a:t>
            </a:r>
            <a:endParaRPr>
              <a:latin typeface="Asta Sans"/>
              <a:ea typeface="Asta Sans"/>
              <a:cs typeface="Asta Sans"/>
              <a:sym typeface="Asta Sans"/>
            </a:endParaRPr>
          </a:p>
          <a:p>
            <a:pPr indent="-3429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sta Sans"/>
              <a:buChar char="○"/>
            </a:pPr>
            <a:r>
              <a:rPr lang="ko-KR">
                <a:latin typeface="Asta Sans"/>
                <a:ea typeface="Asta Sans"/>
                <a:cs typeface="Asta Sans"/>
                <a:sym typeface="Asta Sans"/>
              </a:rPr>
              <a:t>import 기능추가, integration test</a:t>
            </a:r>
            <a:endParaRPr>
              <a:latin typeface="Asta Sans"/>
              <a:ea typeface="Asta Sans"/>
              <a:cs typeface="Asta Sans"/>
              <a:sym typeface="Asta Sans"/>
            </a:endParaRPr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sta Sans"/>
              <a:buChar char="●"/>
            </a:pPr>
            <a:r>
              <a:rPr lang="ko-KR">
                <a:latin typeface="Asta Sans"/>
                <a:ea typeface="Asta Sans"/>
                <a:cs typeface="Asta Sans"/>
                <a:sym typeface="Asta Sans"/>
              </a:rPr>
              <a:t>권교혁 님</a:t>
            </a:r>
            <a:endParaRPr>
              <a:latin typeface="Asta Sans"/>
              <a:ea typeface="Asta Sans"/>
              <a:cs typeface="Asta Sans"/>
              <a:sym typeface="Asta Sans"/>
            </a:endParaRPr>
          </a:p>
          <a:p>
            <a:pPr indent="-3429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sta Sans"/>
              <a:buChar char="○"/>
            </a:pPr>
            <a:r>
              <a:rPr lang="ko-KR">
                <a:latin typeface="Asta Sans"/>
                <a:ea typeface="Asta Sans"/>
                <a:cs typeface="Asta Sans"/>
                <a:sym typeface="Asta Sans"/>
              </a:rPr>
              <a:t>실행전 최적화 기능추가, 공장제어 쉘제작 기능추가, integration test</a:t>
            </a:r>
            <a:endParaRPr>
              <a:latin typeface="Asta Sans"/>
              <a:ea typeface="Asta Sans"/>
              <a:cs typeface="Asta Sans"/>
              <a:sym typeface="Asta Sans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g3f44738b4e9_6_0"/>
          <p:cNvSpPr txBox="1"/>
          <p:nvPr>
            <p:ph idx="1" type="body"/>
          </p:nvPr>
        </p:nvSpPr>
        <p:spPr>
          <a:xfrm>
            <a:off x="1632000" y="1860184"/>
            <a:ext cx="8928000" cy="2533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0" spcFirstLastPara="1" rIns="91425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None/>
            </a:pPr>
            <a:r>
              <a:rPr lang="ko-KR" sz="4000">
                <a:latin typeface="Asta Sans"/>
                <a:ea typeface="Asta Sans"/>
                <a:cs typeface="Asta Sans"/>
                <a:sym typeface="Asta Sans"/>
              </a:rPr>
              <a:t>기능 구현 소개</a:t>
            </a:r>
            <a:endParaRPr sz="4000">
              <a:latin typeface="Asta Sans"/>
              <a:ea typeface="Asta Sans"/>
              <a:cs typeface="Asta Sans"/>
              <a:sym typeface="Asta Sans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8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g3f4729efffc_2_75"/>
          <p:cNvSpPr txBox="1"/>
          <p:nvPr>
            <p:ph type="title"/>
          </p:nvPr>
        </p:nvSpPr>
        <p:spPr>
          <a:xfrm>
            <a:off x="605980" y="310143"/>
            <a:ext cx="10515600" cy="64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</a:pPr>
            <a:r>
              <a:rPr b="1" lang="ko-KR" sz="3200">
                <a:latin typeface="Asta Sans"/>
                <a:ea typeface="Asta Sans"/>
                <a:cs typeface="Asta Sans"/>
                <a:sym typeface="Asta Sans"/>
              </a:rPr>
              <a:t> </a:t>
            </a:r>
            <a:r>
              <a:rPr b="1" lang="ko-KR" sz="3200">
                <a:latin typeface="Asta Sans"/>
                <a:ea typeface="Asta Sans"/>
                <a:cs typeface="Asta Sans"/>
                <a:sym typeface="Asta Sans"/>
              </a:rPr>
              <a:t>구조 설계</a:t>
            </a:r>
            <a:endParaRPr b="1">
              <a:latin typeface="Asta Sans"/>
              <a:ea typeface="Asta Sans"/>
              <a:cs typeface="Asta Sans"/>
              <a:sym typeface="Asta Sans"/>
            </a:endParaRPr>
          </a:p>
        </p:txBody>
      </p:sp>
      <p:sp>
        <p:nvSpPr>
          <p:cNvPr id="110" name="Google Shape;110;g3f4729efffc_2_75"/>
          <p:cNvSpPr txBox="1"/>
          <p:nvPr>
            <p:ph idx="1" type="body"/>
          </p:nvPr>
        </p:nvSpPr>
        <p:spPr>
          <a:xfrm>
            <a:off x="605975" y="1316375"/>
            <a:ext cx="11481300" cy="5380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sta Sans"/>
              <a:buChar char="●"/>
            </a:pPr>
            <a:r>
              <a:rPr lang="ko-KR">
                <a:latin typeface="Asta Sans"/>
                <a:ea typeface="Asta Sans"/>
                <a:cs typeface="Asta Sans"/>
                <a:sym typeface="Asta Sans"/>
              </a:rPr>
              <a:t>Single Responsibility Principle (SRP) </a:t>
            </a:r>
            <a:endParaRPr>
              <a:latin typeface="Asta Sans"/>
              <a:ea typeface="Asta Sans"/>
              <a:cs typeface="Asta Sans"/>
              <a:sym typeface="Asta Sans"/>
            </a:endParaRPr>
          </a:p>
          <a:p>
            <a:pPr indent="-3429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sta Sans"/>
              <a:buChar char="○"/>
            </a:pPr>
            <a:r>
              <a:rPr lang="ko-KR">
                <a:latin typeface="Asta Sans"/>
                <a:ea typeface="Asta Sans"/>
                <a:cs typeface="Asta Sans"/>
                <a:sym typeface="Asta Sans"/>
              </a:rPr>
              <a:t>각각의 책임을 갖는 5개 모듈로 캡슐화</a:t>
            </a:r>
            <a:r>
              <a:rPr lang="ko-KR">
                <a:latin typeface="Asta Sans"/>
                <a:ea typeface="Asta Sans"/>
                <a:cs typeface="Asta Sans"/>
                <a:sym typeface="Asta Sans"/>
              </a:rPr>
              <a:t> </a:t>
            </a:r>
            <a:endParaRPr>
              <a:latin typeface="Asta Sans"/>
              <a:ea typeface="Asta Sans"/>
              <a:cs typeface="Asta Sans"/>
              <a:sym typeface="Asta San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Asta Sans"/>
              <a:ea typeface="Asta Sans"/>
              <a:cs typeface="Asta Sans"/>
              <a:sym typeface="Asta Sans"/>
            </a:endParaRPr>
          </a:p>
        </p:txBody>
      </p:sp>
      <p:sp>
        <p:nvSpPr>
          <p:cNvPr id="111" name="Google Shape;111;g3f4729efffc_2_75"/>
          <p:cNvSpPr/>
          <p:nvPr/>
        </p:nvSpPr>
        <p:spPr>
          <a:xfrm>
            <a:off x="3202845" y="2876460"/>
            <a:ext cx="1402200" cy="991200"/>
          </a:xfrm>
          <a:prstGeom prst="rect">
            <a:avLst/>
          </a:prstGeom>
          <a:solidFill>
            <a:schemeClr val="lt2"/>
          </a:solidFill>
          <a:ln cap="flat" cmpd="sng" w="8600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82450" lIns="82450" spcFirstLastPara="1" rIns="82450" wrap="square" tIns="8245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803">
                <a:latin typeface="Asta Sans"/>
                <a:ea typeface="Asta Sans"/>
                <a:cs typeface="Asta Sans"/>
                <a:sym typeface="Asta Sans"/>
              </a:rPr>
              <a:t>Assembler</a:t>
            </a:r>
            <a:endParaRPr sz="1803">
              <a:latin typeface="Asta Sans"/>
              <a:ea typeface="Asta Sans"/>
              <a:cs typeface="Asta Sans"/>
              <a:sym typeface="Asta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803">
                <a:latin typeface="Asta Sans"/>
                <a:ea typeface="Asta Sans"/>
                <a:cs typeface="Asta Sans"/>
                <a:sym typeface="Asta Sans"/>
              </a:rPr>
              <a:t>Unit</a:t>
            </a:r>
            <a:endParaRPr sz="1803">
              <a:latin typeface="Asta Sans"/>
              <a:ea typeface="Asta Sans"/>
              <a:cs typeface="Asta Sans"/>
              <a:sym typeface="Asta Sans"/>
            </a:endParaRPr>
          </a:p>
        </p:txBody>
      </p:sp>
      <p:sp>
        <p:nvSpPr>
          <p:cNvPr id="112" name="Google Shape;112;g3f4729efffc_2_75"/>
          <p:cNvSpPr/>
          <p:nvPr/>
        </p:nvSpPr>
        <p:spPr>
          <a:xfrm>
            <a:off x="5349495" y="4527389"/>
            <a:ext cx="1402200" cy="991200"/>
          </a:xfrm>
          <a:prstGeom prst="rect">
            <a:avLst/>
          </a:prstGeom>
          <a:solidFill>
            <a:schemeClr val="lt2"/>
          </a:solidFill>
          <a:ln cap="flat" cmpd="sng" w="8600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82450" lIns="82450" spcFirstLastPara="1" rIns="82450" wrap="square" tIns="8245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803">
                <a:latin typeface="Asta Sans"/>
                <a:ea typeface="Asta Sans"/>
                <a:cs typeface="Asta Sans"/>
                <a:sym typeface="Asta Sans"/>
              </a:rPr>
              <a:t>Checker</a:t>
            </a:r>
            <a:endParaRPr sz="1803">
              <a:latin typeface="Asta Sans"/>
              <a:ea typeface="Asta Sans"/>
              <a:cs typeface="Asta Sans"/>
              <a:sym typeface="Asta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803">
                <a:latin typeface="Asta Sans"/>
                <a:ea typeface="Asta Sans"/>
                <a:cs typeface="Asta Sans"/>
                <a:sym typeface="Asta Sans"/>
              </a:rPr>
              <a:t>Unit</a:t>
            </a:r>
            <a:endParaRPr sz="1803">
              <a:latin typeface="Asta Sans"/>
              <a:ea typeface="Asta Sans"/>
              <a:cs typeface="Asta Sans"/>
              <a:sym typeface="Asta Sans"/>
            </a:endParaRPr>
          </a:p>
        </p:txBody>
      </p:sp>
      <p:sp>
        <p:nvSpPr>
          <p:cNvPr id="113" name="Google Shape;113;g3f4729efffc_2_75"/>
          <p:cNvSpPr/>
          <p:nvPr/>
        </p:nvSpPr>
        <p:spPr>
          <a:xfrm>
            <a:off x="7304417" y="4527389"/>
            <a:ext cx="1402200" cy="991200"/>
          </a:xfrm>
          <a:prstGeom prst="rect">
            <a:avLst/>
          </a:prstGeom>
          <a:solidFill>
            <a:schemeClr val="lt2"/>
          </a:solidFill>
          <a:ln cap="flat" cmpd="sng" w="8600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82450" lIns="82450" spcFirstLastPara="1" rIns="82450" wrap="square" tIns="8245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803">
                <a:latin typeface="Malgun Gothic"/>
                <a:ea typeface="Malgun Gothic"/>
                <a:cs typeface="Malgun Gothic"/>
                <a:sym typeface="Malgun Gothic"/>
              </a:rPr>
              <a:t>Executor</a:t>
            </a:r>
            <a:endParaRPr sz="1803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803">
                <a:latin typeface="Malgun Gothic"/>
                <a:ea typeface="Malgun Gothic"/>
                <a:cs typeface="Malgun Gothic"/>
                <a:sym typeface="Malgun Gothic"/>
              </a:rPr>
              <a:t>Unit</a:t>
            </a:r>
            <a:endParaRPr sz="1803"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14" name="Google Shape;114;g3f4729efffc_2_75"/>
          <p:cNvSpPr txBox="1"/>
          <p:nvPr/>
        </p:nvSpPr>
        <p:spPr>
          <a:xfrm>
            <a:off x="5333133" y="2934800"/>
            <a:ext cx="1619700" cy="874500"/>
          </a:xfrm>
          <a:prstGeom prst="rect">
            <a:avLst/>
          </a:prstGeom>
          <a:noFill/>
          <a:ln>
            <a:noFill/>
          </a:ln>
        </p:spPr>
        <p:txBody>
          <a:bodyPr anchorCtr="0" anchor="t" bIns="82450" lIns="82450" spcFirstLastPara="1" rIns="82450" wrap="square" tIns="82450">
            <a:spAutoFit/>
          </a:bodyPr>
          <a:lstStyle/>
          <a:p>
            <a:pPr indent="0" lvl="0" marL="137423" marR="13742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ko-KR" sz="1533">
                <a:solidFill>
                  <a:srgbClr val="1F2328"/>
                </a:solidFill>
                <a:highlight>
                  <a:srgbClr val="F6F8FA"/>
                </a:highlight>
                <a:latin typeface="Courier New"/>
                <a:ea typeface="Courier New"/>
                <a:cs typeface="Courier New"/>
                <a:sym typeface="Courier New"/>
              </a:rPr>
              <a:t>Program </a:t>
            </a:r>
            <a:r>
              <a:rPr lang="ko-KR" sz="1533">
                <a:solidFill>
                  <a:srgbClr val="1F2328"/>
                </a:solidFill>
                <a:highlight>
                  <a:srgbClr val="F6F8FA"/>
                </a:highlight>
                <a:latin typeface="Courier New"/>
                <a:ea typeface="Courier New"/>
                <a:cs typeface="Courier New"/>
                <a:sym typeface="Courier New"/>
              </a:rPr>
              <a:t>(Expr/Stmt tree)</a:t>
            </a:r>
            <a:endParaRPr sz="1533">
              <a:solidFill>
                <a:srgbClr val="1F2328"/>
              </a:solidFill>
              <a:highlight>
                <a:srgbClr val="F6F8FA"/>
              </a:highlight>
              <a:latin typeface="Courier New"/>
              <a:ea typeface="Courier New"/>
              <a:cs typeface="Courier New"/>
              <a:sym typeface="Courier New"/>
            </a:endParaRPr>
          </a:p>
        </p:txBody>
      </p:sp>
      <p:cxnSp>
        <p:nvCxnSpPr>
          <p:cNvPr id="115" name="Google Shape;115;g3f4729efffc_2_75"/>
          <p:cNvCxnSpPr/>
          <p:nvPr/>
        </p:nvCxnSpPr>
        <p:spPr>
          <a:xfrm>
            <a:off x="6823648" y="3372022"/>
            <a:ext cx="498300" cy="0"/>
          </a:xfrm>
          <a:prstGeom prst="straightConnector1">
            <a:avLst/>
          </a:prstGeom>
          <a:noFill/>
          <a:ln cap="flat" cmpd="sng" w="1717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116" name="Google Shape;116;g3f4729efffc_2_75"/>
          <p:cNvSpPr txBox="1"/>
          <p:nvPr/>
        </p:nvSpPr>
        <p:spPr>
          <a:xfrm>
            <a:off x="1249260" y="3142299"/>
            <a:ext cx="1442100" cy="638400"/>
          </a:xfrm>
          <a:prstGeom prst="rect">
            <a:avLst/>
          </a:prstGeom>
          <a:noFill/>
          <a:ln>
            <a:noFill/>
          </a:ln>
        </p:spPr>
        <p:txBody>
          <a:bodyPr anchorCtr="0" anchor="t" bIns="82450" lIns="82450" spcFirstLastPara="1" rIns="82450" wrap="square" tIns="82450">
            <a:spAutoFit/>
          </a:bodyPr>
          <a:lstStyle/>
          <a:p>
            <a:pPr indent="0" lvl="0" marL="137423" marR="13742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ko-KR" sz="1533">
                <a:solidFill>
                  <a:srgbClr val="1F2328"/>
                </a:solidFill>
                <a:highlight>
                  <a:srgbClr val="F6F8FA"/>
                </a:highlight>
                <a:latin typeface="Courier New"/>
                <a:ea typeface="Courier New"/>
                <a:cs typeface="Courier New"/>
                <a:sym typeface="Courier New"/>
              </a:rPr>
              <a:t>input</a:t>
            </a:r>
            <a:endParaRPr b="1" sz="1533">
              <a:solidFill>
                <a:srgbClr val="1F2328"/>
              </a:solidFill>
              <a:highlight>
                <a:srgbClr val="F6F8FA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137423" marR="13742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33">
                <a:solidFill>
                  <a:srgbClr val="1F2328"/>
                </a:solidFill>
                <a:highlight>
                  <a:srgbClr val="F6F8FA"/>
                </a:highlight>
                <a:latin typeface="Courier New"/>
                <a:ea typeface="Courier New"/>
                <a:cs typeface="Courier New"/>
                <a:sym typeface="Courier New"/>
              </a:rPr>
              <a:t>(string)</a:t>
            </a:r>
            <a:endParaRPr sz="1533">
              <a:solidFill>
                <a:srgbClr val="1F2328"/>
              </a:solidFill>
              <a:highlight>
                <a:srgbClr val="F6F8FA"/>
              </a:highlight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117" name="Google Shape;117;g3f4729efffc_2_75"/>
          <p:cNvSpPr txBox="1"/>
          <p:nvPr/>
        </p:nvSpPr>
        <p:spPr>
          <a:xfrm>
            <a:off x="9108445" y="4681391"/>
            <a:ext cx="1442100" cy="638400"/>
          </a:xfrm>
          <a:prstGeom prst="rect">
            <a:avLst/>
          </a:prstGeom>
          <a:noFill/>
          <a:ln>
            <a:noFill/>
          </a:ln>
        </p:spPr>
        <p:txBody>
          <a:bodyPr anchorCtr="0" anchor="t" bIns="82450" lIns="82450" spcFirstLastPara="1" rIns="82450" wrap="square" tIns="82450">
            <a:spAutoFit/>
          </a:bodyPr>
          <a:lstStyle/>
          <a:p>
            <a:pPr indent="0" lvl="0" marL="137423" marR="13742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ko-KR" sz="1533">
                <a:solidFill>
                  <a:srgbClr val="1F2328"/>
                </a:solidFill>
                <a:highlight>
                  <a:srgbClr val="F6F8FA"/>
                </a:highlight>
                <a:latin typeface="Courier New"/>
                <a:ea typeface="Courier New"/>
                <a:cs typeface="Courier New"/>
                <a:sym typeface="Courier New"/>
              </a:rPr>
              <a:t>output</a:t>
            </a:r>
            <a:endParaRPr b="1" sz="1533">
              <a:solidFill>
                <a:srgbClr val="1F2328"/>
              </a:solidFill>
              <a:highlight>
                <a:srgbClr val="F6F8FA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137423" marR="13742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33">
                <a:solidFill>
                  <a:srgbClr val="1F2328"/>
                </a:solidFill>
                <a:highlight>
                  <a:srgbClr val="F6F8FA"/>
                </a:highlight>
                <a:latin typeface="Courier New"/>
                <a:ea typeface="Courier New"/>
                <a:cs typeface="Courier New"/>
                <a:sym typeface="Courier New"/>
              </a:rPr>
              <a:t>(string)</a:t>
            </a:r>
            <a:endParaRPr sz="1533">
              <a:solidFill>
                <a:srgbClr val="1F2328"/>
              </a:solidFill>
              <a:highlight>
                <a:srgbClr val="F6F8FA"/>
              </a:highlight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118" name="Google Shape;118;g3f4729efffc_2_75"/>
          <p:cNvSpPr txBox="1"/>
          <p:nvPr/>
        </p:nvSpPr>
        <p:spPr>
          <a:xfrm>
            <a:off x="7184300" y="5862902"/>
            <a:ext cx="2035200" cy="638400"/>
          </a:xfrm>
          <a:prstGeom prst="rect">
            <a:avLst/>
          </a:prstGeom>
          <a:noFill/>
          <a:ln>
            <a:noFill/>
          </a:ln>
        </p:spPr>
        <p:txBody>
          <a:bodyPr anchorCtr="0" anchor="t" bIns="82450" lIns="82450" spcFirstLastPara="1" rIns="82450" wrap="square" tIns="82450">
            <a:spAutoFit/>
          </a:bodyPr>
          <a:lstStyle/>
          <a:p>
            <a:pPr indent="0" lvl="0" marL="137423" marR="13742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ko-KR" sz="1533">
                <a:solidFill>
                  <a:srgbClr val="1F2328"/>
                </a:solidFill>
                <a:highlight>
                  <a:srgbClr val="F6F8FA"/>
                </a:highlight>
                <a:latin typeface="Courier New"/>
                <a:ea typeface="Courier New"/>
                <a:cs typeface="Courier New"/>
                <a:sym typeface="Courier New"/>
              </a:rPr>
              <a:t>runtime_error</a:t>
            </a:r>
            <a:endParaRPr b="1" sz="1533">
              <a:solidFill>
                <a:srgbClr val="1F2328"/>
              </a:solidFill>
              <a:highlight>
                <a:srgbClr val="F6F8FA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137423" marR="13742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33">
                <a:solidFill>
                  <a:srgbClr val="1F2328"/>
                </a:solidFill>
                <a:highlight>
                  <a:srgbClr val="F6F8FA"/>
                </a:highlight>
                <a:latin typeface="Courier New"/>
                <a:ea typeface="Courier New"/>
                <a:cs typeface="Courier New"/>
                <a:sym typeface="Courier New"/>
              </a:rPr>
              <a:t>(exception)</a:t>
            </a:r>
            <a:endParaRPr sz="1533">
              <a:solidFill>
                <a:srgbClr val="1F2328"/>
              </a:solidFill>
              <a:highlight>
                <a:srgbClr val="F6F8FA"/>
              </a:highlight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119" name="Google Shape;119;g3f4729efffc_2_75"/>
          <p:cNvSpPr txBox="1"/>
          <p:nvPr/>
        </p:nvSpPr>
        <p:spPr>
          <a:xfrm>
            <a:off x="5329610" y="5862894"/>
            <a:ext cx="1866900" cy="638400"/>
          </a:xfrm>
          <a:prstGeom prst="rect">
            <a:avLst/>
          </a:prstGeom>
          <a:noFill/>
          <a:ln>
            <a:noFill/>
          </a:ln>
        </p:spPr>
        <p:txBody>
          <a:bodyPr anchorCtr="0" anchor="t" bIns="82450" lIns="82450" spcFirstLastPara="1" rIns="82450" wrap="square" tIns="82450">
            <a:spAutoFit/>
          </a:bodyPr>
          <a:lstStyle/>
          <a:p>
            <a:pPr indent="0" lvl="0" marL="137423" marR="13742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ko-KR" sz="1533">
                <a:solidFill>
                  <a:srgbClr val="1F2328"/>
                </a:solidFill>
                <a:highlight>
                  <a:srgbClr val="F6F8FA"/>
                </a:highlight>
                <a:latin typeface="Courier New"/>
                <a:ea typeface="Courier New"/>
                <a:cs typeface="Courier New"/>
                <a:sym typeface="Courier New"/>
              </a:rPr>
              <a:t>static_error</a:t>
            </a:r>
            <a:endParaRPr b="1" sz="1533">
              <a:solidFill>
                <a:srgbClr val="1F2328"/>
              </a:solidFill>
              <a:highlight>
                <a:srgbClr val="F6F8FA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137423" marR="13742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33">
                <a:solidFill>
                  <a:srgbClr val="1F2328"/>
                </a:solidFill>
                <a:highlight>
                  <a:srgbClr val="F6F8FA"/>
                </a:highlight>
                <a:latin typeface="Courier New"/>
                <a:ea typeface="Courier New"/>
                <a:cs typeface="Courier New"/>
                <a:sym typeface="Courier New"/>
              </a:rPr>
              <a:t>(exception)</a:t>
            </a:r>
            <a:endParaRPr sz="1533">
              <a:solidFill>
                <a:srgbClr val="1F2328"/>
              </a:solidFill>
              <a:highlight>
                <a:srgbClr val="F6F8FA"/>
              </a:highlight>
              <a:latin typeface="Courier New"/>
              <a:ea typeface="Courier New"/>
              <a:cs typeface="Courier New"/>
              <a:sym typeface="Courier New"/>
            </a:endParaRPr>
          </a:p>
        </p:txBody>
      </p:sp>
      <p:cxnSp>
        <p:nvCxnSpPr>
          <p:cNvPr id="120" name="Google Shape;120;g3f4729efffc_2_75"/>
          <p:cNvCxnSpPr/>
          <p:nvPr/>
        </p:nvCxnSpPr>
        <p:spPr>
          <a:xfrm>
            <a:off x="10270234" y="3780697"/>
            <a:ext cx="0" cy="310200"/>
          </a:xfrm>
          <a:prstGeom prst="straightConnector1">
            <a:avLst/>
          </a:prstGeom>
          <a:noFill/>
          <a:ln cap="flat" cmpd="sng" w="1717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21" name="Google Shape;121;g3f4729efffc_2_75"/>
          <p:cNvCxnSpPr/>
          <p:nvPr/>
        </p:nvCxnSpPr>
        <p:spPr>
          <a:xfrm rot="10800000">
            <a:off x="6055975" y="4110997"/>
            <a:ext cx="4217400" cy="0"/>
          </a:xfrm>
          <a:prstGeom prst="straightConnector1">
            <a:avLst/>
          </a:prstGeom>
          <a:noFill/>
          <a:ln cap="flat" cmpd="sng" w="1717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22" name="Google Shape;122;g3f4729efffc_2_75"/>
          <p:cNvCxnSpPr/>
          <p:nvPr/>
        </p:nvCxnSpPr>
        <p:spPr>
          <a:xfrm>
            <a:off x="6056225" y="4122478"/>
            <a:ext cx="0" cy="351600"/>
          </a:xfrm>
          <a:prstGeom prst="straightConnector1">
            <a:avLst/>
          </a:prstGeom>
          <a:noFill/>
          <a:ln cap="flat" cmpd="sng" w="1717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123" name="Google Shape;123;g3f4729efffc_2_75"/>
          <p:cNvCxnSpPr/>
          <p:nvPr/>
        </p:nvCxnSpPr>
        <p:spPr>
          <a:xfrm>
            <a:off x="8005525" y="4110996"/>
            <a:ext cx="0" cy="356100"/>
          </a:xfrm>
          <a:prstGeom prst="straightConnector1">
            <a:avLst/>
          </a:prstGeom>
          <a:noFill/>
          <a:ln cap="flat" cmpd="sng" w="1717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124" name="Google Shape;124;g3f4729efffc_2_75"/>
          <p:cNvCxnSpPr/>
          <p:nvPr/>
        </p:nvCxnSpPr>
        <p:spPr>
          <a:xfrm>
            <a:off x="6056225" y="5604121"/>
            <a:ext cx="0" cy="310200"/>
          </a:xfrm>
          <a:prstGeom prst="straightConnector1">
            <a:avLst/>
          </a:prstGeom>
          <a:noFill/>
          <a:ln cap="flat" cmpd="sng" w="1717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125" name="Google Shape;125;g3f4729efffc_2_75"/>
          <p:cNvCxnSpPr/>
          <p:nvPr/>
        </p:nvCxnSpPr>
        <p:spPr>
          <a:xfrm>
            <a:off x="8055050" y="5604121"/>
            <a:ext cx="0" cy="310200"/>
          </a:xfrm>
          <a:prstGeom prst="straightConnector1">
            <a:avLst/>
          </a:prstGeom>
          <a:noFill/>
          <a:ln cap="flat" cmpd="sng" w="1717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126" name="Google Shape;126;g3f4729efffc_2_75"/>
          <p:cNvCxnSpPr/>
          <p:nvPr/>
        </p:nvCxnSpPr>
        <p:spPr>
          <a:xfrm>
            <a:off x="8791304" y="5000617"/>
            <a:ext cx="428400" cy="0"/>
          </a:xfrm>
          <a:prstGeom prst="straightConnector1">
            <a:avLst/>
          </a:prstGeom>
          <a:noFill/>
          <a:ln cap="flat" cmpd="sng" w="1717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127" name="Google Shape;127;g3f4729efffc_2_75"/>
          <p:cNvCxnSpPr/>
          <p:nvPr/>
        </p:nvCxnSpPr>
        <p:spPr>
          <a:xfrm>
            <a:off x="2453214" y="3372022"/>
            <a:ext cx="498300" cy="0"/>
          </a:xfrm>
          <a:prstGeom prst="straightConnector1">
            <a:avLst/>
          </a:prstGeom>
          <a:noFill/>
          <a:ln cap="flat" cmpd="sng" w="1717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128" name="Google Shape;128;g3f4729efffc_2_75"/>
          <p:cNvSpPr/>
          <p:nvPr/>
        </p:nvSpPr>
        <p:spPr>
          <a:xfrm>
            <a:off x="7409474" y="2876460"/>
            <a:ext cx="1402200" cy="991200"/>
          </a:xfrm>
          <a:prstGeom prst="rect">
            <a:avLst/>
          </a:prstGeom>
          <a:solidFill>
            <a:schemeClr val="lt2"/>
          </a:solidFill>
          <a:ln cap="flat" cmpd="sng" w="8600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82450" lIns="82450" spcFirstLastPara="1" rIns="82450" wrap="square" tIns="8245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803">
                <a:latin typeface="Asta Sans"/>
                <a:ea typeface="Asta Sans"/>
                <a:cs typeface="Asta Sans"/>
                <a:sym typeface="Asta Sans"/>
              </a:rPr>
              <a:t>Constant</a:t>
            </a:r>
            <a:endParaRPr sz="1803">
              <a:latin typeface="Asta Sans"/>
              <a:ea typeface="Asta Sans"/>
              <a:cs typeface="Asta Sans"/>
              <a:sym typeface="Asta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803">
                <a:latin typeface="Asta Sans"/>
                <a:ea typeface="Asta Sans"/>
                <a:cs typeface="Asta Sans"/>
                <a:sym typeface="Asta Sans"/>
              </a:rPr>
              <a:t>Folder</a:t>
            </a:r>
            <a:endParaRPr sz="1803">
              <a:latin typeface="Asta Sans"/>
              <a:ea typeface="Asta Sans"/>
              <a:cs typeface="Asta Sans"/>
              <a:sym typeface="Asta Sans"/>
            </a:endParaRPr>
          </a:p>
        </p:txBody>
      </p:sp>
      <p:sp>
        <p:nvSpPr>
          <p:cNvPr id="129" name="Google Shape;129;g3f4729efffc_2_75"/>
          <p:cNvSpPr/>
          <p:nvPr/>
        </p:nvSpPr>
        <p:spPr>
          <a:xfrm>
            <a:off x="9540545" y="2876460"/>
            <a:ext cx="1402200" cy="991200"/>
          </a:xfrm>
          <a:prstGeom prst="rect">
            <a:avLst/>
          </a:prstGeom>
          <a:solidFill>
            <a:schemeClr val="lt2"/>
          </a:solidFill>
          <a:ln cap="flat" cmpd="sng" w="8600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82450" lIns="82450" spcFirstLastPara="1" rIns="82450" wrap="square" tIns="8245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803">
                <a:latin typeface="Asta Sans"/>
                <a:ea typeface="Asta Sans"/>
                <a:cs typeface="Asta Sans"/>
                <a:sym typeface="Asta Sans"/>
              </a:rPr>
              <a:t>Resolver</a:t>
            </a:r>
            <a:endParaRPr sz="1803">
              <a:latin typeface="Asta Sans"/>
              <a:ea typeface="Asta Sans"/>
              <a:cs typeface="Asta Sans"/>
              <a:sym typeface="Asta Sans"/>
            </a:endParaRPr>
          </a:p>
        </p:txBody>
      </p:sp>
      <p:cxnSp>
        <p:nvCxnSpPr>
          <p:cNvPr id="130" name="Google Shape;130;g3f4729efffc_2_75"/>
          <p:cNvCxnSpPr/>
          <p:nvPr/>
        </p:nvCxnSpPr>
        <p:spPr>
          <a:xfrm>
            <a:off x="8899189" y="3372022"/>
            <a:ext cx="498300" cy="0"/>
          </a:xfrm>
          <a:prstGeom prst="straightConnector1">
            <a:avLst/>
          </a:prstGeom>
          <a:noFill/>
          <a:ln cap="flat" cmpd="sng" w="1717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131" name="Google Shape;131;g3f4729efffc_2_75"/>
          <p:cNvCxnSpPr/>
          <p:nvPr/>
        </p:nvCxnSpPr>
        <p:spPr>
          <a:xfrm>
            <a:off x="4847295" y="3372022"/>
            <a:ext cx="498300" cy="0"/>
          </a:xfrm>
          <a:prstGeom prst="straightConnector1">
            <a:avLst/>
          </a:prstGeom>
          <a:noFill/>
          <a:ln cap="flat" cmpd="sng" w="1717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6" name="Google Shape;136;g3f4729efffc_2_10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181247" y="3948325"/>
            <a:ext cx="7186176" cy="2832900"/>
          </a:xfrm>
          <a:prstGeom prst="rect">
            <a:avLst/>
          </a:prstGeom>
          <a:noFill/>
          <a:ln>
            <a:noFill/>
          </a:ln>
        </p:spPr>
      </p:pic>
      <p:sp>
        <p:nvSpPr>
          <p:cNvPr id="137" name="Google Shape;137;g3f4729efffc_2_101"/>
          <p:cNvSpPr txBox="1"/>
          <p:nvPr>
            <p:ph type="title"/>
          </p:nvPr>
        </p:nvSpPr>
        <p:spPr>
          <a:xfrm>
            <a:off x="605980" y="310143"/>
            <a:ext cx="10515600" cy="64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</a:pPr>
            <a:r>
              <a:rPr b="1" lang="ko-KR" sz="3200">
                <a:latin typeface="Asta Sans"/>
                <a:ea typeface="Asta Sans"/>
                <a:cs typeface="Asta Sans"/>
                <a:sym typeface="Asta Sans"/>
              </a:rPr>
              <a:t> </a:t>
            </a:r>
            <a:r>
              <a:rPr b="1" lang="ko-KR" sz="3200">
                <a:latin typeface="Asta Sans"/>
                <a:ea typeface="Asta Sans"/>
                <a:cs typeface="Asta Sans"/>
                <a:sym typeface="Asta Sans"/>
              </a:rPr>
              <a:t>구조 설계</a:t>
            </a:r>
            <a:endParaRPr b="1">
              <a:latin typeface="Asta Sans"/>
              <a:ea typeface="Asta Sans"/>
              <a:cs typeface="Asta Sans"/>
              <a:sym typeface="Asta Sans"/>
            </a:endParaRPr>
          </a:p>
        </p:txBody>
      </p:sp>
      <p:sp>
        <p:nvSpPr>
          <p:cNvPr id="138" name="Google Shape;138;g3f4729efffc_2_101"/>
          <p:cNvSpPr txBox="1"/>
          <p:nvPr>
            <p:ph idx="1" type="body"/>
          </p:nvPr>
        </p:nvSpPr>
        <p:spPr>
          <a:xfrm>
            <a:off x="605975" y="1316375"/>
            <a:ext cx="11481300" cy="5380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sta Sans"/>
              <a:buChar char="●"/>
            </a:pPr>
            <a:r>
              <a:rPr lang="ko-KR">
                <a:latin typeface="Asta Sans"/>
                <a:ea typeface="Asta Sans"/>
                <a:cs typeface="Asta Sans"/>
                <a:sym typeface="Asta Sans"/>
              </a:rPr>
              <a:t>Assembler Unit</a:t>
            </a:r>
            <a:endParaRPr>
              <a:latin typeface="Asta Sans"/>
              <a:ea typeface="Asta Sans"/>
              <a:cs typeface="Asta Sans"/>
              <a:sym typeface="Asta Sans"/>
            </a:endParaRPr>
          </a:p>
          <a:p>
            <a:pPr indent="-3429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sta Sans"/>
              <a:buChar char="○"/>
            </a:pPr>
            <a:r>
              <a:rPr lang="ko-KR">
                <a:latin typeface="Asta Sans"/>
                <a:ea typeface="Asta Sans"/>
                <a:cs typeface="Asta Sans"/>
                <a:sym typeface="Asta Sans"/>
              </a:rPr>
              <a:t>Token</a:t>
            </a:r>
            <a:r>
              <a:rPr lang="ko-KR">
                <a:latin typeface="Asta Sans"/>
                <a:ea typeface="Asta Sans"/>
                <a:cs typeface="Asta Sans"/>
                <a:sym typeface="Asta Sans"/>
              </a:rPr>
              <a:t>화, Stmt/Expr 트리 생성</a:t>
            </a:r>
            <a:endParaRPr>
              <a:latin typeface="Asta Sans"/>
              <a:ea typeface="Asta Sans"/>
              <a:cs typeface="Asta Sans"/>
              <a:sym typeface="Asta Sans"/>
            </a:endParaRPr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sta Sans"/>
              <a:buChar char="●"/>
            </a:pPr>
            <a:r>
              <a:rPr lang="ko-KR">
                <a:latin typeface="Asta Sans"/>
                <a:ea typeface="Asta Sans"/>
                <a:cs typeface="Asta Sans"/>
                <a:sym typeface="Asta Sans"/>
              </a:rPr>
              <a:t>Constant Folder</a:t>
            </a:r>
            <a:endParaRPr>
              <a:latin typeface="Asta Sans"/>
              <a:ea typeface="Asta Sans"/>
              <a:cs typeface="Asta Sans"/>
              <a:sym typeface="Asta Sans"/>
            </a:endParaRPr>
          </a:p>
          <a:p>
            <a:pPr indent="-3429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sta Sans"/>
              <a:buChar char="○"/>
            </a:pPr>
            <a:r>
              <a:rPr lang="ko-KR">
                <a:latin typeface="Asta Sans"/>
                <a:ea typeface="Asta Sans"/>
                <a:cs typeface="Asta Sans"/>
                <a:sym typeface="Asta Sans"/>
              </a:rPr>
              <a:t>리터럴 상수 폴딩 (최적화)</a:t>
            </a:r>
            <a:endParaRPr>
              <a:latin typeface="Asta Sans"/>
              <a:ea typeface="Asta Sans"/>
              <a:cs typeface="Asta Sans"/>
              <a:sym typeface="Asta Sans"/>
            </a:endParaRPr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sta Sans"/>
              <a:buChar char="●"/>
            </a:pPr>
            <a:r>
              <a:rPr lang="ko-KR">
                <a:latin typeface="Asta Sans"/>
                <a:ea typeface="Asta Sans"/>
                <a:cs typeface="Asta Sans"/>
                <a:sym typeface="Asta Sans"/>
              </a:rPr>
              <a:t>Resolver</a:t>
            </a:r>
            <a:endParaRPr>
              <a:latin typeface="Asta Sans"/>
              <a:ea typeface="Asta Sans"/>
              <a:cs typeface="Asta Sans"/>
              <a:sym typeface="Asta Sans"/>
            </a:endParaRPr>
          </a:p>
          <a:p>
            <a:pPr indent="-3429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sta Sans"/>
              <a:buChar char="○"/>
            </a:pPr>
            <a:r>
              <a:rPr lang="ko-KR">
                <a:latin typeface="Asta Sans"/>
                <a:ea typeface="Asta Sans"/>
                <a:cs typeface="Asta Sans"/>
                <a:sym typeface="Asta Sans"/>
              </a:rPr>
              <a:t>distance </a:t>
            </a:r>
            <a:r>
              <a:rPr lang="ko-KR">
                <a:latin typeface="Asta Sans"/>
                <a:ea typeface="Asta Sans"/>
                <a:cs typeface="Asta Sans"/>
                <a:sym typeface="Asta Sans"/>
              </a:rPr>
              <a:t>정적 바인딩 (최적화)</a:t>
            </a:r>
            <a:endParaRPr>
              <a:latin typeface="Asta Sans"/>
              <a:ea typeface="Asta Sans"/>
              <a:cs typeface="Asta Sans"/>
              <a:sym typeface="Asta Sans"/>
            </a:endParaRPr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sta Sans"/>
              <a:buChar char="●"/>
            </a:pPr>
            <a:r>
              <a:rPr lang="ko-KR">
                <a:latin typeface="Asta Sans"/>
                <a:ea typeface="Asta Sans"/>
                <a:cs typeface="Asta Sans"/>
                <a:sym typeface="Asta Sans"/>
              </a:rPr>
              <a:t>Checker Unit</a:t>
            </a:r>
            <a:endParaRPr>
              <a:latin typeface="Asta Sans"/>
              <a:ea typeface="Asta Sans"/>
              <a:cs typeface="Asta Sans"/>
              <a:sym typeface="Asta Sans"/>
            </a:endParaRPr>
          </a:p>
          <a:p>
            <a:pPr indent="-3429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sta Sans"/>
              <a:buChar char="○"/>
            </a:pPr>
            <a:r>
              <a:rPr lang="ko-KR">
                <a:latin typeface="Asta Sans"/>
                <a:ea typeface="Asta Sans"/>
                <a:cs typeface="Asta Sans"/>
                <a:sym typeface="Asta Sans"/>
              </a:rPr>
              <a:t>Tree </a:t>
            </a:r>
            <a:r>
              <a:rPr lang="ko-KR">
                <a:latin typeface="Asta Sans"/>
                <a:ea typeface="Asta Sans"/>
                <a:cs typeface="Asta Sans"/>
                <a:sym typeface="Asta Sans"/>
              </a:rPr>
              <a:t>순회 -&gt; 정적에러 확인</a:t>
            </a:r>
            <a:endParaRPr>
              <a:latin typeface="Asta Sans"/>
              <a:ea typeface="Asta Sans"/>
              <a:cs typeface="Asta Sans"/>
              <a:sym typeface="Asta Sans"/>
            </a:endParaRPr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sta Sans"/>
              <a:buChar char="●"/>
            </a:pPr>
            <a:r>
              <a:rPr lang="ko-KR">
                <a:latin typeface="Asta Sans"/>
                <a:ea typeface="Asta Sans"/>
                <a:cs typeface="Asta Sans"/>
                <a:sym typeface="Asta Sans"/>
              </a:rPr>
              <a:t>Executor Unit</a:t>
            </a:r>
            <a:endParaRPr>
              <a:latin typeface="Asta Sans"/>
              <a:ea typeface="Asta Sans"/>
              <a:cs typeface="Asta Sans"/>
              <a:sym typeface="Asta Sans"/>
            </a:endParaRPr>
          </a:p>
          <a:p>
            <a:pPr indent="-3429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sta Sans"/>
              <a:buChar char="○"/>
            </a:pPr>
            <a:r>
              <a:rPr lang="ko-KR">
                <a:latin typeface="Asta Sans"/>
                <a:ea typeface="Asta Sans"/>
                <a:cs typeface="Asta Sans"/>
                <a:sym typeface="Asta Sans"/>
              </a:rPr>
              <a:t>Tree </a:t>
            </a:r>
            <a:r>
              <a:rPr lang="ko-KR">
                <a:latin typeface="Asta Sans"/>
                <a:ea typeface="Asta Sans"/>
                <a:cs typeface="Asta Sans"/>
                <a:sym typeface="Asta Sans"/>
              </a:rPr>
              <a:t>순회 -&gt; 동적에러 확인 / 실행</a:t>
            </a:r>
            <a:endParaRPr>
              <a:latin typeface="Asta Sans"/>
              <a:ea typeface="Asta Sans"/>
              <a:cs typeface="Asta Sans"/>
              <a:sym typeface="Asta San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Asta Sans"/>
              <a:ea typeface="Asta Sans"/>
              <a:cs typeface="Asta Sans"/>
              <a:sym typeface="Asta Sans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g3f4729efffc_2_206"/>
          <p:cNvSpPr txBox="1"/>
          <p:nvPr>
            <p:ph idx="1" type="body"/>
          </p:nvPr>
        </p:nvSpPr>
        <p:spPr>
          <a:xfrm>
            <a:off x="605975" y="1316375"/>
            <a:ext cx="11481300" cy="5380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sta Sans"/>
              <a:buChar char="●"/>
            </a:pPr>
            <a:r>
              <a:rPr lang="ko-KR">
                <a:latin typeface="Asta Sans"/>
                <a:ea typeface="Asta Sans"/>
                <a:cs typeface="Asta Sans"/>
                <a:sym typeface="Asta Sans"/>
              </a:rPr>
              <a:t>Facade Pattern</a:t>
            </a:r>
            <a:endParaRPr>
              <a:latin typeface="Asta Sans"/>
              <a:ea typeface="Asta Sans"/>
              <a:cs typeface="Asta Sans"/>
              <a:sym typeface="Asta Sans"/>
            </a:endParaRPr>
          </a:p>
          <a:p>
            <a:pPr indent="-3429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sta Sans"/>
              <a:buChar char="○"/>
            </a:pPr>
            <a:r>
              <a:rPr lang="ko-KR">
                <a:latin typeface="Asta Sans"/>
                <a:ea typeface="Asta Sans"/>
                <a:cs typeface="Asta Sans"/>
                <a:sym typeface="Asta Sans"/>
              </a:rPr>
              <a:t>Client가 모듈들을 모른 채로 사용할 수 있도록, Interpreter Class가 호출의 책임을 갖도록 함</a:t>
            </a:r>
            <a:endParaRPr>
              <a:latin typeface="Asta Sans"/>
              <a:ea typeface="Asta Sans"/>
              <a:cs typeface="Asta Sans"/>
              <a:sym typeface="Asta San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Asta Sans"/>
              <a:ea typeface="Asta Sans"/>
              <a:cs typeface="Asta Sans"/>
              <a:sym typeface="Asta Sans"/>
            </a:endParaRPr>
          </a:p>
        </p:txBody>
      </p:sp>
      <p:sp>
        <p:nvSpPr>
          <p:cNvPr id="144" name="Google Shape;144;g3f4729efffc_2_206"/>
          <p:cNvSpPr txBox="1"/>
          <p:nvPr>
            <p:ph type="title"/>
          </p:nvPr>
        </p:nvSpPr>
        <p:spPr>
          <a:xfrm>
            <a:off x="605980" y="310143"/>
            <a:ext cx="10515600" cy="64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</a:pPr>
            <a:r>
              <a:rPr b="1" lang="ko-KR" sz="3200">
                <a:latin typeface="Asta Sans"/>
                <a:ea typeface="Asta Sans"/>
                <a:cs typeface="Asta Sans"/>
                <a:sym typeface="Asta Sans"/>
              </a:rPr>
              <a:t> 인터페이스 설계</a:t>
            </a:r>
            <a:endParaRPr b="1">
              <a:latin typeface="Asta Sans"/>
              <a:ea typeface="Asta Sans"/>
              <a:cs typeface="Asta Sans"/>
              <a:sym typeface="Asta Sans"/>
            </a:endParaRPr>
          </a:p>
        </p:txBody>
      </p:sp>
      <p:sp>
        <p:nvSpPr>
          <p:cNvPr id="145" name="Google Shape;145;g3f4729efffc_2_206"/>
          <p:cNvSpPr/>
          <p:nvPr/>
        </p:nvSpPr>
        <p:spPr>
          <a:xfrm>
            <a:off x="3202845" y="3072563"/>
            <a:ext cx="1402200" cy="991200"/>
          </a:xfrm>
          <a:prstGeom prst="rect">
            <a:avLst/>
          </a:prstGeom>
          <a:solidFill>
            <a:schemeClr val="lt2"/>
          </a:solidFill>
          <a:ln cap="flat" cmpd="sng" w="8600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82450" lIns="82450" spcFirstLastPara="1" rIns="82450" wrap="square" tIns="8245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803">
                <a:latin typeface="Asta Sans"/>
                <a:ea typeface="Asta Sans"/>
                <a:cs typeface="Asta Sans"/>
                <a:sym typeface="Asta Sans"/>
              </a:rPr>
              <a:t>Assembler</a:t>
            </a:r>
            <a:endParaRPr sz="1803">
              <a:latin typeface="Asta Sans"/>
              <a:ea typeface="Asta Sans"/>
              <a:cs typeface="Asta Sans"/>
              <a:sym typeface="Asta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803">
                <a:latin typeface="Asta Sans"/>
                <a:ea typeface="Asta Sans"/>
                <a:cs typeface="Asta Sans"/>
                <a:sym typeface="Asta Sans"/>
              </a:rPr>
              <a:t>Unit</a:t>
            </a:r>
            <a:endParaRPr sz="1803">
              <a:latin typeface="Asta Sans"/>
              <a:ea typeface="Asta Sans"/>
              <a:cs typeface="Asta Sans"/>
              <a:sym typeface="Asta Sans"/>
            </a:endParaRPr>
          </a:p>
        </p:txBody>
      </p:sp>
      <p:sp>
        <p:nvSpPr>
          <p:cNvPr id="146" name="Google Shape;146;g3f4729efffc_2_206"/>
          <p:cNvSpPr/>
          <p:nvPr/>
        </p:nvSpPr>
        <p:spPr>
          <a:xfrm>
            <a:off x="5349495" y="4723492"/>
            <a:ext cx="1402200" cy="991200"/>
          </a:xfrm>
          <a:prstGeom prst="rect">
            <a:avLst/>
          </a:prstGeom>
          <a:solidFill>
            <a:schemeClr val="lt2"/>
          </a:solidFill>
          <a:ln cap="flat" cmpd="sng" w="8600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82450" lIns="82450" spcFirstLastPara="1" rIns="82450" wrap="square" tIns="8245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803">
                <a:latin typeface="Asta Sans"/>
                <a:ea typeface="Asta Sans"/>
                <a:cs typeface="Asta Sans"/>
                <a:sym typeface="Asta Sans"/>
              </a:rPr>
              <a:t>Checker</a:t>
            </a:r>
            <a:endParaRPr sz="1803">
              <a:latin typeface="Asta Sans"/>
              <a:ea typeface="Asta Sans"/>
              <a:cs typeface="Asta Sans"/>
              <a:sym typeface="Asta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803">
                <a:latin typeface="Asta Sans"/>
                <a:ea typeface="Asta Sans"/>
                <a:cs typeface="Asta Sans"/>
                <a:sym typeface="Asta Sans"/>
              </a:rPr>
              <a:t>Unit</a:t>
            </a:r>
            <a:endParaRPr sz="1803">
              <a:latin typeface="Asta Sans"/>
              <a:ea typeface="Asta Sans"/>
              <a:cs typeface="Asta Sans"/>
              <a:sym typeface="Asta Sans"/>
            </a:endParaRPr>
          </a:p>
        </p:txBody>
      </p:sp>
      <p:sp>
        <p:nvSpPr>
          <p:cNvPr id="147" name="Google Shape;147;g3f4729efffc_2_206"/>
          <p:cNvSpPr/>
          <p:nvPr/>
        </p:nvSpPr>
        <p:spPr>
          <a:xfrm>
            <a:off x="7304417" y="4723492"/>
            <a:ext cx="1402200" cy="991200"/>
          </a:xfrm>
          <a:prstGeom prst="rect">
            <a:avLst/>
          </a:prstGeom>
          <a:solidFill>
            <a:schemeClr val="lt2"/>
          </a:solidFill>
          <a:ln cap="flat" cmpd="sng" w="8600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82450" lIns="82450" spcFirstLastPara="1" rIns="82450" wrap="square" tIns="8245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803">
                <a:latin typeface="Malgun Gothic"/>
                <a:ea typeface="Malgun Gothic"/>
                <a:cs typeface="Malgun Gothic"/>
                <a:sym typeface="Malgun Gothic"/>
              </a:rPr>
              <a:t>Executor</a:t>
            </a:r>
            <a:endParaRPr sz="1803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803">
                <a:latin typeface="Malgun Gothic"/>
                <a:ea typeface="Malgun Gothic"/>
                <a:cs typeface="Malgun Gothic"/>
                <a:sym typeface="Malgun Gothic"/>
              </a:rPr>
              <a:t>Unit</a:t>
            </a:r>
            <a:endParaRPr sz="1803"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48" name="Google Shape;148;g3f4729efffc_2_206"/>
          <p:cNvSpPr txBox="1"/>
          <p:nvPr/>
        </p:nvSpPr>
        <p:spPr>
          <a:xfrm>
            <a:off x="5329599" y="3130903"/>
            <a:ext cx="1669200" cy="874500"/>
          </a:xfrm>
          <a:prstGeom prst="rect">
            <a:avLst/>
          </a:prstGeom>
          <a:noFill/>
          <a:ln>
            <a:noFill/>
          </a:ln>
        </p:spPr>
        <p:txBody>
          <a:bodyPr anchorCtr="0" anchor="t" bIns="82450" lIns="82450" spcFirstLastPara="1" rIns="82450" wrap="square" tIns="82450">
            <a:spAutoFit/>
          </a:bodyPr>
          <a:lstStyle/>
          <a:p>
            <a:pPr indent="0" lvl="0" marL="137423" marR="13742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ko-KR" sz="1533">
                <a:solidFill>
                  <a:srgbClr val="1F2328"/>
                </a:solidFill>
                <a:latin typeface="Courier New"/>
                <a:ea typeface="Courier New"/>
                <a:cs typeface="Courier New"/>
                <a:sym typeface="Courier New"/>
              </a:rPr>
              <a:t>Program </a:t>
            </a:r>
            <a:r>
              <a:rPr lang="ko-KR" sz="1533">
                <a:solidFill>
                  <a:srgbClr val="1F2328"/>
                </a:solidFill>
                <a:latin typeface="Courier New"/>
                <a:ea typeface="Courier New"/>
                <a:cs typeface="Courier New"/>
                <a:sym typeface="Courier New"/>
              </a:rPr>
              <a:t>(Expr/Stmt tree)</a:t>
            </a:r>
            <a:endParaRPr sz="1533">
              <a:solidFill>
                <a:srgbClr val="1F2328"/>
              </a:solidFill>
              <a:latin typeface="Courier New"/>
              <a:ea typeface="Courier New"/>
              <a:cs typeface="Courier New"/>
              <a:sym typeface="Courier New"/>
            </a:endParaRPr>
          </a:p>
        </p:txBody>
      </p:sp>
      <p:cxnSp>
        <p:nvCxnSpPr>
          <p:cNvPr id="149" name="Google Shape;149;g3f4729efffc_2_206"/>
          <p:cNvCxnSpPr/>
          <p:nvPr/>
        </p:nvCxnSpPr>
        <p:spPr>
          <a:xfrm>
            <a:off x="6823648" y="3568125"/>
            <a:ext cx="498300" cy="0"/>
          </a:xfrm>
          <a:prstGeom prst="straightConnector1">
            <a:avLst/>
          </a:prstGeom>
          <a:noFill/>
          <a:ln cap="flat" cmpd="sng" w="1717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150" name="Google Shape;150;g3f4729efffc_2_206"/>
          <p:cNvSpPr txBox="1"/>
          <p:nvPr/>
        </p:nvSpPr>
        <p:spPr>
          <a:xfrm>
            <a:off x="9108445" y="4877494"/>
            <a:ext cx="1442100" cy="638400"/>
          </a:xfrm>
          <a:prstGeom prst="rect">
            <a:avLst/>
          </a:prstGeom>
          <a:noFill/>
          <a:ln>
            <a:noFill/>
          </a:ln>
        </p:spPr>
        <p:txBody>
          <a:bodyPr anchorCtr="0" anchor="t" bIns="82450" lIns="82450" spcFirstLastPara="1" rIns="82450" wrap="square" tIns="82450">
            <a:spAutoFit/>
          </a:bodyPr>
          <a:lstStyle/>
          <a:p>
            <a:pPr indent="0" lvl="0" marL="137423" marR="13742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ko-KR" sz="1533">
                <a:solidFill>
                  <a:srgbClr val="1F2328"/>
                </a:solidFill>
                <a:highlight>
                  <a:srgbClr val="F6F8FA"/>
                </a:highlight>
                <a:latin typeface="Courier New"/>
                <a:ea typeface="Courier New"/>
                <a:cs typeface="Courier New"/>
                <a:sym typeface="Courier New"/>
              </a:rPr>
              <a:t>output</a:t>
            </a:r>
            <a:endParaRPr b="1" sz="1533">
              <a:solidFill>
                <a:srgbClr val="1F2328"/>
              </a:solidFill>
              <a:highlight>
                <a:srgbClr val="F6F8FA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137423" marR="13742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33">
                <a:solidFill>
                  <a:srgbClr val="1F2328"/>
                </a:solidFill>
                <a:highlight>
                  <a:srgbClr val="F6F8FA"/>
                </a:highlight>
                <a:latin typeface="Courier New"/>
                <a:ea typeface="Courier New"/>
                <a:cs typeface="Courier New"/>
                <a:sym typeface="Courier New"/>
              </a:rPr>
              <a:t>(string)</a:t>
            </a:r>
            <a:endParaRPr sz="1533">
              <a:solidFill>
                <a:srgbClr val="1F2328"/>
              </a:solidFill>
              <a:highlight>
                <a:srgbClr val="F6F8FA"/>
              </a:highlight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151" name="Google Shape;151;g3f4729efffc_2_206"/>
          <p:cNvSpPr txBox="1"/>
          <p:nvPr/>
        </p:nvSpPr>
        <p:spPr>
          <a:xfrm>
            <a:off x="7184300" y="6059005"/>
            <a:ext cx="2035200" cy="638400"/>
          </a:xfrm>
          <a:prstGeom prst="rect">
            <a:avLst/>
          </a:prstGeom>
          <a:noFill/>
          <a:ln>
            <a:noFill/>
          </a:ln>
        </p:spPr>
        <p:txBody>
          <a:bodyPr anchorCtr="0" anchor="t" bIns="82450" lIns="82450" spcFirstLastPara="1" rIns="82450" wrap="square" tIns="82450">
            <a:spAutoFit/>
          </a:bodyPr>
          <a:lstStyle/>
          <a:p>
            <a:pPr indent="0" lvl="0" marL="137423" marR="13742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ko-KR" sz="1533">
                <a:solidFill>
                  <a:srgbClr val="1F2328"/>
                </a:solidFill>
                <a:highlight>
                  <a:srgbClr val="F6F8FA"/>
                </a:highlight>
                <a:latin typeface="Courier New"/>
                <a:ea typeface="Courier New"/>
                <a:cs typeface="Courier New"/>
                <a:sym typeface="Courier New"/>
              </a:rPr>
              <a:t>runtime_error</a:t>
            </a:r>
            <a:endParaRPr b="1" sz="1533">
              <a:solidFill>
                <a:srgbClr val="1F2328"/>
              </a:solidFill>
              <a:highlight>
                <a:srgbClr val="F6F8FA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137423" marR="13742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33">
                <a:solidFill>
                  <a:srgbClr val="1F2328"/>
                </a:solidFill>
                <a:highlight>
                  <a:srgbClr val="F6F8FA"/>
                </a:highlight>
                <a:latin typeface="Courier New"/>
                <a:ea typeface="Courier New"/>
                <a:cs typeface="Courier New"/>
                <a:sym typeface="Courier New"/>
              </a:rPr>
              <a:t>(exception)</a:t>
            </a:r>
            <a:endParaRPr sz="1533">
              <a:solidFill>
                <a:srgbClr val="1F2328"/>
              </a:solidFill>
              <a:highlight>
                <a:srgbClr val="F6F8FA"/>
              </a:highlight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152" name="Google Shape;152;g3f4729efffc_2_206"/>
          <p:cNvSpPr txBox="1"/>
          <p:nvPr/>
        </p:nvSpPr>
        <p:spPr>
          <a:xfrm>
            <a:off x="5329610" y="6058997"/>
            <a:ext cx="1866900" cy="638400"/>
          </a:xfrm>
          <a:prstGeom prst="rect">
            <a:avLst/>
          </a:prstGeom>
          <a:noFill/>
          <a:ln>
            <a:noFill/>
          </a:ln>
        </p:spPr>
        <p:txBody>
          <a:bodyPr anchorCtr="0" anchor="t" bIns="82450" lIns="82450" spcFirstLastPara="1" rIns="82450" wrap="square" tIns="82450">
            <a:spAutoFit/>
          </a:bodyPr>
          <a:lstStyle/>
          <a:p>
            <a:pPr indent="0" lvl="0" marL="137423" marR="13742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ko-KR" sz="1533">
                <a:solidFill>
                  <a:srgbClr val="1F2328"/>
                </a:solidFill>
                <a:highlight>
                  <a:srgbClr val="F6F8FA"/>
                </a:highlight>
                <a:latin typeface="Courier New"/>
                <a:ea typeface="Courier New"/>
                <a:cs typeface="Courier New"/>
                <a:sym typeface="Courier New"/>
              </a:rPr>
              <a:t>static_error</a:t>
            </a:r>
            <a:endParaRPr b="1" sz="1533">
              <a:solidFill>
                <a:srgbClr val="1F2328"/>
              </a:solidFill>
              <a:highlight>
                <a:srgbClr val="F6F8FA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137423" marR="13742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33">
                <a:solidFill>
                  <a:srgbClr val="1F2328"/>
                </a:solidFill>
                <a:highlight>
                  <a:srgbClr val="F6F8FA"/>
                </a:highlight>
                <a:latin typeface="Courier New"/>
                <a:ea typeface="Courier New"/>
                <a:cs typeface="Courier New"/>
                <a:sym typeface="Courier New"/>
              </a:rPr>
              <a:t>(exception)</a:t>
            </a:r>
            <a:endParaRPr sz="1533">
              <a:solidFill>
                <a:srgbClr val="1F2328"/>
              </a:solidFill>
              <a:highlight>
                <a:srgbClr val="F6F8FA"/>
              </a:highlight>
              <a:latin typeface="Courier New"/>
              <a:ea typeface="Courier New"/>
              <a:cs typeface="Courier New"/>
              <a:sym typeface="Courier New"/>
            </a:endParaRPr>
          </a:p>
        </p:txBody>
      </p:sp>
      <p:cxnSp>
        <p:nvCxnSpPr>
          <p:cNvPr id="153" name="Google Shape;153;g3f4729efffc_2_206"/>
          <p:cNvCxnSpPr/>
          <p:nvPr/>
        </p:nvCxnSpPr>
        <p:spPr>
          <a:xfrm>
            <a:off x="10270234" y="3976800"/>
            <a:ext cx="0" cy="310200"/>
          </a:xfrm>
          <a:prstGeom prst="straightConnector1">
            <a:avLst/>
          </a:prstGeom>
          <a:noFill/>
          <a:ln cap="flat" cmpd="sng" w="1717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54" name="Google Shape;154;g3f4729efffc_2_206"/>
          <p:cNvCxnSpPr/>
          <p:nvPr/>
        </p:nvCxnSpPr>
        <p:spPr>
          <a:xfrm rot="10800000">
            <a:off x="6055975" y="4307100"/>
            <a:ext cx="4217400" cy="0"/>
          </a:xfrm>
          <a:prstGeom prst="straightConnector1">
            <a:avLst/>
          </a:prstGeom>
          <a:noFill/>
          <a:ln cap="flat" cmpd="sng" w="1717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55" name="Google Shape;155;g3f4729efffc_2_206"/>
          <p:cNvCxnSpPr/>
          <p:nvPr/>
        </p:nvCxnSpPr>
        <p:spPr>
          <a:xfrm>
            <a:off x="6056225" y="4318581"/>
            <a:ext cx="0" cy="351600"/>
          </a:xfrm>
          <a:prstGeom prst="straightConnector1">
            <a:avLst/>
          </a:prstGeom>
          <a:noFill/>
          <a:ln cap="flat" cmpd="sng" w="1717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156" name="Google Shape;156;g3f4729efffc_2_206"/>
          <p:cNvCxnSpPr/>
          <p:nvPr/>
        </p:nvCxnSpPr>
        <p:spPr>
          <a:xfrm>
            <a:off x="8005525" y="4307099"/>
            <a:ext cx="0" cy="356100"/>
          </a:xfrm>
          <a:prstGeom prst="straightConnector1">
            <a:avLst/>
          </a:prstGeom>
          <a:noFill/>
          <a:ln cap="flat" cmpd="sng" w="1717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157" name="Google Shape;157;g3f4729efffc_2_206"/>
          <p:cNvCxnSpPr/>
          <p:nvPr/>
        </p:nvCxnSpPr>
        <p:spPr>
          <a:xfrm>
            <a:off x="6056225" y="5800224"/>
            <a:ext cx="0" cy="310200"/>
          </a:xfrm>
          <a:prstGeom prst="straightConnector1">
            <a:avLst/>
          </a:prstGeom>
          <a:noFill/>
          <a:ln cap="flat" cmpd="sng" w="1717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158" name="Google Shape;158;g3f4729efffc_2_206"/>
          <p:cNvCxnSpPr/>
          <p:nvPr/>
        </p:nvCxnSpPr>
        <p:spPr>
          <a:xfrm>
            <a:off x="8055050" y="5800224"/>
            <a:ext cx="0" cy="310200"/>
          </a:xfrm>
          <a:prstGeom prst="straightConnector1">
            <a:avLst/>
          </a:prstGeom>
          <a:noFill/>
          <a:ln cap="flat" cmpd="sng" w="1717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159" name="Google Shape;159;g3f4729efffc_2_206"/>
          <p:cNvCxnSpPr/>
          <p:nvPr/>
        </p:nvCxnSpPr>
        <p:spPr>
          <a:xfrm>
            <a:off x="8791304" y="5196720"/>
            <a:ext cx="428400" cy="0"/>
          </a:xfrm>
          <a:prstGeom prst="straightConnector1">
            <a:avLst/>
          </a:prstGeom>
          <a:noFill/>
          <a:ln cap="flat" cmpd="sng" w="1717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160" name="Google Shape;160;g3f4729efffc_2_206"/>
          <p:cNvCxnSpPr/>
          <p:nvPr/>
        </p:nvCxnSpPr>
        <p:spPr>
          <a:xfrm>
            <a:off x="1092575" y="3571025"/>
            <a:ext cx="1848900" cy="0"/>
          </a:xfrm>
          <a:prstGeom prst="straightConnector1">
            <a:avLst/>
          </a:prstGeom>
          <a:noFill/>
          <a:ln cap="flat" cmpd="sng" w="1717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161" name="Google Shape;161;g3f4729efffc_2_206"/>
          <p:cNvSpPr/>
          <p:nvPr/>
        </p:nvSpPr>
        <p:spPr>
          <a:xfrm>
            <a:off x="7409474" y="3072563"/>
            <a:ext cx="1402200" cy="991200"/>
          </a:xfrm>
          <a:prstGeom prst="rect">
            <a:avLst/>
          </a:prstGeom>
          <a:solidFill>
            <a:schemeClr val="lt2"/>
          </a:solidFill>
          <a:ln cap="flat" cmpd="sng" w="8600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82450" lIns="82450" spcFirstLastPara="1" rIns="82450" wrap="square" tIns="8245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803">
                <a:latin typeface="Asta Sans"/>
                <a:ea typeface="Asta Sans"/>
                <a:cs typeface="Asta Sans"/>
                <a:sym typeface="Asta Sans"/>
              </a:rPr>
              <a:t>Constant</a:t>
            </a:r>
            <a:endParaRPr sz="1803">
              <a:latin typeface="Asta Sans"/>
              <a:ea typeface="Asta Sans"/>
              <a:cs typeface="Asta Sans"/>
              <a:sym typeface="Asta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803">
                <a:latin typeface="Asta Sans"/>
                <a:ea typeface="Asta Sans"/>
                <a:cs typeface="Asta Sans"/>
                <a:sym typeface="Asta Sans"/>
              </a:rPr>
              <a:t>Folder</a:t>
            </a:r>
            <a:endParaRPr sz="1803">
              <a:latin typeface="Asta Sans"/>
              <a:ea typeface="Asta Sans"/>
              <a:cs typeface="Asta Sans"/>
              <a:sym typeface="Asta Sans"/>
            </a:endParaRPr>
          </a:p>
        </p:txBody>
      </p:sp>
      <p:sp>
        <p:nvSpPr>
          <p:cNvPr id="162" name="Google Shape;162;g3f4729efffc_2_206"/>
          <p:cNvSpPr/>
          <p:nvPr/>
        </p:nvSpPr>
        <p:spPr>
          <a:xfrm>
            <a:off x="9540545" y="3072563"/>
            <a:ext cx="1402200" cy="991200"/>
          </a:xfrm>
          <a:prstGeom prst="rect">
            <a:avLst/>
          </a:prstGeom>
          <a:solidFill>
            <a:schemeClr val="lt2"/>
          </a:solidFill>
          <a:ln cap="flat" cmpd="sng" w="8600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82450" lIns="82450" spcFirstLastPara="1" rIns="82450" wrap="square" tIns="8245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803">
                <a:latin typeface="Asta Sans"/>
                <a:ea typeface="Asta Sans"/>
                <a:cs typeface="Asta Sans"/>
                <a:sym typeface="Asta Sans"/>
              </a:rPr>
              <a:t>Resolver</a:t>
            </a:r>
            <a:endParaRPr sz="1803">
              <a:latin typeface="Asta Sans"/>
              <a:ea typeface="Asta Sans"/>
              <a:cs typeface="Asta Sans"/>
              <a:sym typeface="Asta Sans"/>
            </a:endParaRPr>
          </a:p>
        </p:txBody>
      </p:sp>
      <p:cxnSp>
        <p:nvCxnSpPr>
          <p:cNvPr id="163" name="Google Shape;163;g3f4729efffc_2_206"/>
          <p:cNvCxnSpPr/>
          <p:nvPr/>
        </p:nvCxnSpPr>
        <p:spPr>
          <a:xfrm>
            <a:off x="8899189" y="3568125"/>
            <a:ext cx="498300" cy="0"/>
          </a:xfrm>
          <a:prstGeom prst="straightConnector1">
            <a:avLst/>
          </a:prstGeom>
          <a:noFill/>
          <a:ln cap="flat" cmpd="sng" w="1717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164" name="Google Shape;164;g3f4729efffc_2_206"/>
          <p:cNvCxnSpPr/>
          <p:nvPr/>
        </p:nvCxnSpPr>
        <p:spPr>
          <a:xfrm>
            <a:off x="4847295" y="3568125"/>
            <a:ext cx="498300" cy="0"/>
          </a:xfrm>
          <a:prstGeom prst="straightConnector1">
            <a:avLst/>
          </a:prstGeom>
          <a:noFill/>
          <a:ln cap="flat" cmpd="sng" w="1717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165" name="Google Shape;165;g3f4729efffc_2_206"/>
          <p:cNvSpPr/>
          <p:nvPr/>
        </p:nvSpPr>
        <p:spPr>
          <a:xfrm>
            <a:off x="716500" y="4762113"/>
            <a:ext cx="772200" cy="772200"/>
          </a:xfrm>
          <a:prstGeom prst="smileyFace">
            <a:avLst>
              <a:gd fmla="val -4653" name="adj"/>
            </a:avLst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66" name="Google Shape;166;g3f4729efffc_2_206"/>
          <p:cNvSpPr txBox="1"/>
          <p:nvPr/>
        </p:nvSpPr>
        <p:spPr>
          <a:xfrm>
            <a:off x="566635" y="5556889"/>
            <a:ext cx="14421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82450" lIns="82450" spcFirstLastPara="1" rIns="82450" wrap="square" tIns="82450">
            <a:spAutoFit/>
          </a:bodyPr>
          <a:lstStyle/>
          <a:p>
            <a:pPr indent="0" lvl="0" marL="137423" marR="13742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ko-KR" sz="1533">
                <a:solidFill>
                  <a:srgbClr val="1F2328"/>
                </a:solidFill>
                <a:highlight>
                  <a:srgbClr val="F6F8FA"/>
                </a:highlight>
                <a:latin typeface="Courier New"/>
                <a:ea typeface="Courier New"/>
                <a:cs typeface="Courier New"/>
                <a:sym typeface="Courier New"/>
              </a:rPr>
              <a:t>Client</a:t>
            </a:r>
            <a:endParaRPr b="1" sz="1533">
              <a:solidFill>
                <a:srgbClr val="1F2328"/>
              </a:solidFill>
              <a:highlight>
                <a:srgbClr val="F6F8FA"/>
              </a:highlight>
              <a:latin typeface="Courier New"/>
              <a:ea typeface="Courier New"/>
              <a:cs typeface="Courier New"/>
              <a:sym typeface="Courier New"/>
            </a:endParaRPr>
          </a:p>
        </p:txBody>
      </p:sp>
      <p:cxnSp>
        <p:nvCxnSpPr>
          <p:cNvPr id="167" name="Google Shape;167;g3f4729efffc_2_206"/>
          <p:cNvCxnSpPr/>
          <p:nvPr/>
        </p:nvCxnSpPr>
        <p:spPr>
          <a:xfrm>
            <a:off x="1088975" y="3571875"/>
            <a:ext cx="0" cy="938700"/>
          </a:xfrm>
          <a:prstGeom prst="straightConnector1">
            <a:avLst/>
          </a:prstGeom>
          <a:noFill/>
          <a:ln cap="flat" cmpd="sng" w="19050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68" name="Google Shape;168;g3f4729efffc_2_206"/>
          <p:cNvSpPr/>
          <p:nvPr/>
        </p:nvSpPr>
        <p:spPr>
          <a:xfrm rot="2700000">
            <a:off x="1623314" y="3243186"/>
            <a:ext cx="649973" cy="649973"/>
          </a:xfrm>
          <a:prstGeom prst="plus">
            <a:avLst>
              <a:gd fmla="val 42994" name="adj"/>
            </a:avLst>
          </a:prstGeom>
          <a:solidFill>
            <a:srgbClr val="FF0000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Malgun Gothic"/>
              <a:ea typeface="Malgun Gothic"/>
              <a:cs typeface="Malgun Gothic"/>
              <a:sym typeface="Malgun Gothic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g3f4729efffc_2_129"/>
          <p:cNvSpPr/>
          <p:nvPr/>
        </p:nvSpPr>
        <p:spPr>
          <a:xfrm>
            <a:off x="3202845" y="3072563"/>
            <a:ext cx="1402200" cy="991200"/>
          </a:xfrm>
          <a:prstGeom prst="rect">
            <a:avLst/>
          </a:prstGeom>
          <a:solidFill>
            <a:schemeClr val="lt2"/>
          </a:solidFill>
          <a:ln cap="flat" cmpd="sng" w="8600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82450" lIns="82450" spcFirstLastPara="1" rIns="82450" wrap="square" tIns="8245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803">
                <a:latin typeface="Asta Sans"/>
                <a:ea typeface="Asta Sans"/>
                <a:cs typeface="Asta Sans"/>
                <a:sym typeface="Asta Sans"/>
              </a:rPr>
              <a:t>Assembler</a:t>
            </a:r>
            <a:endParaRPr sz="1803">
              <a:latin typeface="Asta Sans"/>
              <a:ea typeface="Asta Sans"/>
              <a:cs typeface="Asta Sans"/>
              <a:sym typeface="Asta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803">
                <a:latin typeface="Asta Sans"/>
                <a:ea typeface="Asta Sans"/>
                <a:cs typeface="Asta Sans"/>
                <a:sym typeface="Asta Sans"/>
              </a:rPr>
              <a:t>Unit</a:t>
            </a:r>
            <a:endParaRPr sz="1803">
              <a:latin typeface="Asta Sans"/>
              <a:ea typeface="Asta Sans"/>
              <a:cs typeface="Asta Sans"/>
              <a:sym typeface="Asta Sans"/>
            </a:endParaRPr>
          </a:p>
        </p:txBody>
      </p:sp>
      <p:sp>
        <p:nvSpPr>
          <p:cNvPr id="174" name="Google Shape;174;g3f4729efffc_2_129"/>
          <p:cNvSpPr txBox="1"/>
          <p:nvPr>
            <p:ph idx="1" type="body"/>
          </p:nvPr>
        </p:nvSpPr>
        <p:spPr>
          <a:xfrm>
            <a:off x="605975" y="1316375"/>
            <a:ext cx="11481300" cy="5380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sta Sans"/>
              <a:buChar char="●"/>
            </a:pPr>
            <a:r>
              <a:rPr lang="ko-KR">
                <a:latin typeface="Asta Sans"/>
                <a:ea typeface="Asta Sans"/>
                <a:cs typeface="Asta Sans"/>
                <a:sym typeface="Asta Sans"/>
              </a:rPr>
              <a:t>Facade Pattern</a:t>
            </a:r>
            <a:endParaRPr>
              <a:latin typeface="Asta Sans"/>
              <a:ea typeface="Asta Sans"/>
              <a:cs typeface="Asta Sans"/>
              <a:sym typeface="Asta Sans"/>
            </a:endParaRPr>
          </a:p>
          <a:p>
            <a:pPr indent="-3429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sta Sans"/>
              <a:buChar char="○"/>
            </a:pPr>
            <a:r>
              <a:rPr lang="ko-KR">
                <a:latin typeface="Asta Sans"/>
                <a:ea typeface="Asta Sans"/>
                <a:cs typeface="Asta Sans"/>
                <a:sym typeface="Asta Sans"/>
              </a:rPr>
              <a:t>Client가 모듈들을 모른 채로 사용할 수 있도록, Interpreter Class가 호출의 책임을 갖도록 함</a:t>
            </a:r>
            <a:endParaRPr>
              <a:latin typeface="Asta Sans"/>
              <a:ea typeface="Asta Sans"/>
              <a:cs typeface="Asta Sans"/>
              <a:sym typeface="Asta San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Asta Sans"/>
              <a:ea typeface="Asta Sans"/>
              <a:cs typeface="Asta Sans"/>
              <a:sym typeface="Asta Sans"/>
            </a:endParaRPr>
          </a:p>
        </p:txBody>
      </p:sp>
      <p:sp>
        <p:nvSpPr>
          <p:cNvPr id="175" name="Google Shape;175;g3f4729efffc_2_129"/>
          <p:cNvSpPr txBox="1"/>
          <p:nvPr>
            <p:ph type="title"/>
          </p:nvPr>
        </p:nvSpPr>
        <p:spPr>
          <a:xfrm>
            <a:off x="605980" y="310143"/>
            <a:ext cx="10515600" cy="64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</a:pPr>
            <a:r>
              <a:rPr b="1" lang="ko-KR" sz="3200">
                <a:latin typeface="Asta Sans"/>
                <a:ea typeface="Asta Sans"/>
                <a:cs typeface="Asta Sans"/>
                <a:sym typeface="Asta Sans"/>
              </a:rPr>
              <a:t> </a:t>
            </a:r>
            <a:r>
              <a:rPr b="1" lang="ko-KR" sz="3200">
                <a:latin typeface="Asta Sans"/>
                <a:ea typeface="Asta Sans"/>
                <a:cs typeface="Asta Sans"/>
                <a:sym typeface="Asta Sans"/>
              </a:rPr>
              <a:t>인터페이스 설계</a:t>
            </a:r>
            <a:endParaRPr b="1">
              <a:latin typeface="Asta Sans"/>
              <a:ea typeface="Asta Sans"/>
              <a:cs typeface="Asta Sans"/>
              <a:sym typeface="Asta Sans"/>
            </a:endParaRPr>
          </a:p>
        </p:txBody>
      </p:sp>
      <p:sp>
        <p:nvSpPr>
          <p:cNvPr id="176" name="Google Shape;176;g3f4729efffc_2_129"/>
          <p:cNvSpPr/>
          <p:nvPr/>
        </p:nvSpPr>
        <p:spPr>
          <a:xfrm>
            <a:off x="3202845" y="3072563"/>
            <a:ext cx="1402200" cy="991200"/>
          </a:xfrm>
          <a:prstGeom prst="rect">
            <a:avLst/>
          </a:prstGeom>
          <a:solidFill>
            <a:schemeClr val="lt2"/>
          </a:solidFill>
          <a:ln cap="flat" cmpd="sng" w="8600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82450" lIns="82450" spcFirstLastPara="1" rIns="82450" wrap="square" tIns="8245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803">
                <a:latin typeface="Asta Sans"/>
                <a:ea typeface="Asta Sans"/>
                <a:cs typeface="Asta Sans"/>
                <a:sym typeface="Asta Sans"/>
              </a:rPr>
              <a:t>Assembler</a:t>
            </a:r>
            <a:endParaRPr sz="1803">
              <a:latin typeface="Asta Sans"/>
              <a:ea typeface="Asta Sans"/>
              <a:cs typeface="Asta Sans"/>
              <a:sym typeface="Asta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803">
                <a:latin typeface="Asta Sans"/>
                <a:ea typeface="Asta Sans"/>
                <a:cs typeface="Asta Sans"/>
                <a:sym typeface="Asta Sans"/>
              </a:rPr>
              <a:t>Unit</a:t>
            </a:r>
            <a:endParaRPr sz="1803">
              <a:latin typeface="Asta Sans"/>
              <a:ea typeface="Asta Sans"/>
              <a:cs typeface="Asta Sans"/>
              <a:sym typeface="Asta Sans"/>
            </a:endParaRPr>
          </a:p>
        </p:txBody>
      </p:sp>
      <p:sp>
        <p:nvSpPr>
          <p:cNvPr id="177" name="Google Shape;177;g3f4729efffc_2_129"/>
          <p:cNvSpPr/>
          <p:nvPr/>
        </p:nvSpPr>
        <p:spPr>
          <a:xfrm>
            <a:off x="5349495" y="4723492"/>
            <a:ext cx="1402200" cy="991200"/>
          </a:xfrm>
          <a:prstGeom prst="rect">
            <a:avLst/>
          </a:prstGeom>
          <a:solidFill>
            <a:schemeClr val="lt2"/>
          </a:solidFill>
          <a:ln cap="flat" cmpd="sng" w="8600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82450" lIns="82450" spcFirstLastPara="1" rIns="82450" wrap="square" tIns="8245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803">
                <a:latin typeface="Asta Sans"/>
                <a:ea typeface="Asta Sans"/>
                <a:cs typeface="Asta Sans"/>
                <a:sym typeface="Asta Sans"/>
              </a:rPr>
              <a:t>Checker</a:t>
            </a:r>
            <a:endParaRPr sz="1803">
              <a:latin typeface="Asta Sans"/>
              <a:ea typeface="Asta Sans"/>
              <a:cs typeface="Asta Sans"/>
              <a:sym typeface="Asta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803">
                <a:latin typeface="Asta Sans"/>
                <a:ea typeface="Asta Sans"/>
                <a:cs typeface="Asta Sans"/>
                <a:sym typeface="Asta Sans"/>
              </a:rPr>
              <a:t>Unit</a:t>
            </a:r>
            <a:endParaRPr sz="1803">
              <a:latin typeface="Asta Sans"/>
              <a:ea typeface="Asta Sans"/>
              <a:cs typeface="Asta Sans"/>
              <a:sym typeface="Asta Sans"/>
            </a:endParaRPr>
          </a:p>
        </p:txBody>
      </p:sp>
      <p:sp>
        <p:nvSpPr>
          <p:cNvPr id="178" name="Google Shape;178;g3f4729efffc_2_129"/>
          <p:cNvSpPr/>
          <p:nvPr/>
        </p:nvSpPr>
        <p:spPr>
          <a:xfrm>
            <a:off x="7304417" y="4723492"/>
            <a:ext cx="1402200" cy="991200"/>
          </a:xfrm>
          <a:prstGeom prst="rect">
            <a:avLst/>
          </a:prstGeom>
          <a:solidFill>
            <a:schemeClr val="lt2"/>
          </a:solidFill>
          <a:ln cap="flat" cmpd="sng" w="8600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82450" lIns="82450" spcFirstLastPara="1" rIns="82450" wrap="square" tIns="8245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803">
                <a:latin typeface="Malgun Gothic"/>
                <a:ea typeface="Malgun Gothic"/>
                <a:cs typeface="Malgun Gothic"/>
                <a:sym typeface="Malgun Gothic"/>
              </a:rPr>
              <a:t>Executor</a:t>
            </a:r>
            <a:endParaRPr sz="1803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803">
                <a:latin typeface="Malgun Gothic"/>
                <a:ea typeface="Malgun Gothic"/>
                <a:cs typeface="Malgun Gothic"/>
                <a:sym typeface="Malgun Gothic"/>
              </a:rPr>
              <a:t>Unit</a:t>
            </a:r>
            <a:endParaRPr sz="1803"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79" name="Google Shape;179;g3f4729efffc_2_129"/>
          <p:cNvSpPr txBox="1"/>
          <p:nvPr/>
        </p:nvSpPr>
        <p:spPr>
          <a:xfrm>
            <a:off x="5329599" y="3130903"/>
            <a:ext cx="1669200" cy="874500"/>
          </a:xfrm>
          <a:prstGeom prst="rect">
            <a:avLst/>
          </a:prstGeom>
          <a:noFill/>
          <a:ln>
            <a:noFill/>
          </a:ln>
        </p:spPr>
        <p:txBody>
          <a:bodyPr anchorCtr="0" anchor="t" bIns="82450" lIns="82450" spcFirstLastPara="1" rIns="82450" wrap="square" tIns="82450">
            <a:spAutoFit/>
          </a:bodyPr>
          <a:lstStyle/>
          <a:p>
            <a:pPr indent="0" lvl="0" marL="137423" marR="13742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ko-KR" sz="1533">
                <a:solidFill>
                  <a:srgbClr val="1F2328"/>
                </a:solidFill>
                <a:latin typeface="Courier New"/>
                <a:ea typeface="Courier New"/>
                <a:cs typeface="Courier New"/>
                <a:sym typeface="Courier New"/>
              </a:rPr>
              <a:t>Program </a:t>
            </a:r>
            <a:r>
              <a:rPr lang="ko-KR" sz="1533">
                <a:solidFill>
                  <a:srgbClr val="1F2328"/>
                </a:solidFill>
                <a:latin typeface="Courier New"/>
                <a:ea typeface="Courier New"/>
                <a:cs typeface="Courier New"/>
                <a:sym typeface="Courier New"/>
              </a:rPr>
              <a:t>(Expr/Stmt tree)</a:t>
            </a:r>
            <a:endParaRPr sz="1533">
              <a:solidFill>
                <a:srgbClr val="1F2328"/>
              </a:solidFill>
              <a:latin typeface="Courier New"/>
              <a:ea typeface="Courier New"/>
              <a:cs typeface="Courier New"/>
              <a:sym typeface="Courier New"/>
            </a:endParaRPr>
          </a:p>
        </p:txBody>
      </p:sp>
      <p:cxnSp>
        <p:nvCxnSpPr>
          <p:cNvPr id="180" name="Google Shape;180;g3f4729efffc_2_129"/>
          <p:cNvCxnSpPr/>
          <p:nvPr/>
        </p:nvCxnSpPr>
        <p:spPr>
          <a:xfrm>
            <a:off x="6823648" y="3568125"/>
            <a:ext cx="498300" cy="0"/>
          </a:xfrm>
          <a:prstGeom prst="straightConnector1">
            <a:avLst/>
          </a:prstGeom>
          <a:noFill/>
          <a:ln cap="flat" cmpd="sng" w="1717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181" name="Google Shape;181;g3f4729efffc_2_129"/>
          <p:cNvSpPr txBox="1"/>
          <p:nvPr/>
        </p:nvSpPr>
        <p:spPr>
          <a:xfrm>
            <a:off x="1069350" y="4093753"/>
            <a:ext cx="3526500" cy="638400"/>
          </a:xfrm>
          <a:prstGeom prst="rect">
            <a:avLst/>
          </a:prstGeom>
          <a:noFill/>
          <a:ln>
            <a:noFill/>
          </a:ln>
        </p:spPr>
        <p:txBody>
          <a:bodyPr anchorCtr="0" anchor="t" bIns="82450" lIns="82450" spcFirstLastPara="1" rIns="82450" wrap="square" tIns="82450">
            <a:spAutoFit/>
          </a:bodyPr>
          <a:lstStyle/>
          <a:p>
            <a:pPr indent="0" lvl="0" marL="137423" marR="13742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ko-KR" sz="1533">
                <a:solidFill>
                  <a:srgbClr val="1F2328"/>
                </a:solidFill>
                <a:highlight>
                  <a:srgbClr val="F6F8FA"/>
                </a:highlight>
                <a:latin typeface="Courier New"/>
                <a:ea typeface="Courier New"/>
                <a:cs typeface="Courier New"/>
                <a:sym typeface="Courier New"/>
              </a:rPr>
              <a:t>interpreter</a:t>
            </a:r>
            <a:br>
              <a:rPr b="1" lang="ko-KR" sz="1533">
                <a:solidFill>
                  <a:srgbClr val="1F2328"/>
                </a:solidFill>
                <a:highlight>
                  <a:srgbClr val="F6F8FA"/>
                </a:highlight>
                <a:latin typeface="Courier New"/>
                <a:ea typeface="Courier New"/>
                <a:cs typeface="Courier New"/>
                <a:sym typeface="Courier New"/>
              </a:rPr>
            </a:br>
            <a:r>
              <a:rPr b="1" lang="ko-KR" sz="1533">
                <a:solidFill>
                  <a:srgbClr val="1F2328"/>
                </a:solidFill>
                <a:highlight>
                  <a:srgbClr val="F6F8FA"/>
                </a:highlight>
                <a:latin typeface="Courier New"/>
                <a:ea typeface="Courier New"/>
                <a:cs typeface="Courier New"/>
                <a:sym typeface="Courier New"/>
              </a:rPr>
              <a:t>::</a:t>
            </a:r>
            <a:r>
              <a:rPr b="1" lang="ko-KR" sz="1533">
                <a:solidFill>
                  <a:srgbClr val="1F2328"/>
                </a:solidFill>
                <a:highlight>
                  <a:srgbClr val="F6F8FA"/>
                </a:highlight>
                <a:latin typeface="Courier New"/>
                <a:ea typeface="Courier New"/>
                <a:cs typeface="Courier New"/>
                <a:sym typeface="Courier New"/>
              </a:rPr>
              <a:t>run(input)</a:t>
            </a:r>
            <a:endParaRPr sz="1533">
              <a:solidFill>
                <a:srgbClr val="1F2328"/>
              </a:solidFill>
              <a:highlight>
                <a:srgbClr val="F6F8FA"/>
              </a:highlight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182" name="Google Shape;182;g3f4729efffc_2_129"/>
          <p:cNvSpPr txBox="1"/>
          <p:nvPr/>
        </p:nvSpPr>
        <p:spPr>
          <a:xfrm>
            <a:off x="9108445" y="4877494"/>
            <a:ext cx="1442100" cy="638400"/>
          </a:xfrm>
          <a:prstGeom prst="rect">
            <a:avLst/>
          </a:prstGeom>
          <a:noFill/>
          <a:ln>
            <a:noFill/>
          </a:ln>
        </p:spPr>
        <p:txBody>
          <a:bodyPr anchorCtr="0" anchor="t" bIns="82450" lIns="82450" spcFirstLastPara="1" rIns="82450" wrap="square" tIns="82450">
            <a:spAutoFit/>
          </a:bodyPr>
          <a:lstStyle/>
          <a:p>
            <a:pPr indent="0" lvl="0" marL="137423" marR="13742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ko-KR" sz="1533">
                <a:solidFill>
                  <a:srgbClr val="1F2328"/>
                </a:solidFill>
                <a:highlight>
                  <a:srgbClr val="F6F8FA"/>
                </a:highlight>
                <a:latin typeface="Courier New"/>
                <a:ea typeface="Courier New"/>
                <a:cs typeface="Courier New"/>
                <a:sym typeface="Courier New"/>
              </a:rPr>
              <a:t>output</a:t>
            </a:r>
            <a:endParaRPr b="1" sz="1533">
              <a:solidFill>
                <a:srgbClr val="1F2328"/>
              </a:solidFill>
              <a:highlight>
                <a:srgbClr val="F6F8FA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137423" marR="13742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33">
                <a:solidFill>
                  <a:srgbClr val="1F2328"/>
                </a:solidFill>
                <a:highlight>
                  <a:srgbClr val="F6F8FA"/>
                </a:highlight>
                <a:latin typeface="Courier New"/>
                <a:ea typeface="Courier New"/>
                <a:cs typeface="Courier New"/>
                <a:sym typeface="Courier New"/>
              </a:rPr>
              <a:t>(string)</a:t>
            </a:r>
            <a:endParaRPr sz="1533">
              <a:solidFill>
                <a:srgbClr val="1F2328"/>
              </a:solidFill>
              <a:highlight>
                <a:srgbClr val="F6F8FA"/>
              </a:highlight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183" name="Google Shape;183;g3f4729efffc_2_129"/>
          <p:cNvSpPr txBox="1"/>
          <p:nvPr/>
        </p:nvSpPr>
        <p:spPr>
          <a:xfrm>
            <a:off x="7184300" y="6059005"/>
            <a:ext cx="2035200" cy="638400"/>
          </a:xfrm>
          <a:prstGeom prst="rect">
            <a:avLst/>
          </a:prstGeom>
          <a:noFill/>
          <a:ln>
            <a:noFill/>
          </a:ln>
        </p:spPr>
        <p:txBody>
          <a:bodyPr anchorCtr="0" anchor="t" bIns="82450" lIns="82450" spcFirstLastPara="1" rIns="82450" wrap="square" tIns="82450">
            <a:spAutoFit/>
          </a:bodyPr>
          <a:lstStyle/>
          <a:p>
            <a:pPr indent="0" lvl="0" marL="137423" marR="13742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ko-KR" sz="1533">
                <a:solidFill>
                  <a:srgbClr val="1F2328"/>
                </a:solidFill>
                <a:highlight>
                  <a:srgbClr val="F6F8FA"/>
                </a:highlight>
                <a:latin typeface="Courier New"/>
                <a:ea typeface="Courier New"/>
                <a:cs typeface="Courier New"/>
                <a:sym typeface="Courier New"/>
              </a:rPr>
              <a:t>runtime_error</a:t>
            </a:r>
            <a:endParaRPr b="1" sz="1533">
              <a:solidFill>
                <a:srgbClr val="1F2328"/>
              </a:solidFill>
              <a:highlight>
                <a:srgbClr val="F6F8FA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137423" marR="13742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33">
                <a:solidFill>
                  <a:srgbClr val="1F2328"/>
                </a:solidFill>
                <a:highlight>
                  <a:srgbClr val="F6F8FA"/>
                </a:highlight>
                <a:latin typeface="Courier New"/>
                <a:ea typeface="Courier New"/>
                <a:cs typeface="Courier New"/>
                <a:sym typeface="Courier New"/>
              </a:rPr>
              <a:t>(exception)</a:t>
            </a:r>
            <a:endParaRPr sz="1533">
              <a:solidFill>
                <a:srgbClr val="1F2328"/>
              </a:solidFill>
              <a:highlight>
                <a:srgbClr val="F6F8FA"/>
              </a:highlight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184" name="Google Shape;184;g3f4729efffc_2_129"/>
          <p:cNvSpPr txBox="1"/>
          <p:nvPr/>
        </p:nvSpPr>
        <p:spPr>
          <a:xfrm>
            <a:off x="5329610" y="6058997"/>
            <a:ext cx="1866900" cy="638400"/>
          </a:xfrm>
          <a:prstGeom prst="rect">
            <a:avLst/>
          </a:prstGeom>
          <a:noFill/>
          <a:ln>
            <a:noFill/>
          </a:ln>
        </p:spPr>
        <p:txBody>
          <a:bodyPr anchorCtr="0" anchor="t" bIns="82450" lIns="82450" spcFirstLastPara="1" rIns="82450" wrap="square" tIns="82450">
            <a:spAutoFit/>
          </a:bodyPr>
          <a:lstStyle/>
          <a:p>
            <a:pPr indent="0" lvl="0" marL="137423" marR="13742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ko-KR" sz="1533">
                <a:solidFill>
                  <a:srgbClr val="1F2328"/>
                </a:solidFill>
                <a:highlight>
                  <a:srgbClr val="F6F8FA"/>
                </a:highlight>
                <a:latin typeface="Courier New"/>
                <a:ea typeface="Courier New"/>
                <a:cs typeface="Courier New"/>
                <a:sym typeface="Courier New"/>
              </a:rPr>
              <a:t>static_error</a:t>
            </a:r>
            <a:endParaRPr b="1" sz="1533">
              <a:solidFill>
                <a:srgbClr val="1F2328"/>
              </a:solidFill>
              <a:highlight>
                <a:srgbClr val="F6F8FA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137423" marR="13742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33">
                <a:solidFill>
                  <a:srgbClr val="1F2328"/>
                </a:solidFill>
                <a:highlight>
                  <a:srgbClr val="F6F8FA"/>
                </a:highlight>
                <a:latin typeface="Courier New"/>
                <a:ea typeface="Courier New"/>
                <a:cs typeface="Courier New"/>
                <a:sym typeface="Courier New"/>
              </a:rPr>
              <a:t>(exception)</a:t>
            </a:r>
            <a:endParaRPr sz="1533">
              <a:solidFill>
                <a:srgbClr val="1F2328"/>
              </a:solidFill>
              <a:highlight>
                <a:srgbClr val="F6F8FA"/>
              </a:highlight>
              <a:latin typeface="Courier New"/>
              <a:ea typeface="Courier New"/>
              <a:cs typeface="Courier New"/>
              <a:sym typeface="Courier New"/>
            </a:endParaRPr>
          </a:p>
        </p:txBody>
      </p:sp>
      <p:cxnSp>
        <p:nvCxnSpPr>
          <p:cNvPr id="185" name="Google Shape;185;g3f4729efffc_2_129"/>
          <p:cNvCxnSpPr/>
          <p:nvPr/>
        </p:nvCxnSpPr>
        <p:spPr>
          <a:xfrm>
            <a:off x="10270234" y="3976800"/>
            <a:ext cx="0" cy="310200"/>
          </a:xfrm>
          <a:prstGeom prst="straightConnector1">
            <a:avLst/>
          </a:prstGeom>
          <a:noFill/>
          <a:ln cap="flat" cmpd="sng" w="1717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86" name="Google Shape;186;g3f4729efffc_2_129"/>
          <p:cNvCxnSpPr/>
          <p:nvPr/>
        </p:nvCxnSpPr>
        <p:spPr>
          <a:xfrm rot="10800000">
            <a:off x="6055975" y="4307100"/>
            <a:ext cx="4217400" cy="0"/>
          </a:xfrm>
          <a:prstGeom prst="straightConnector1">
            <a:avLst/>
          </a:prstGeom>
          <a:noFill/>
          <a:ln cap="flat" cmpd="sng" w="1717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87" name="Google Shape;187;g3f4729efffc_2_129"/>
          <p:cNvCxnSpPr/>
          <p:nvPr/>
        </p:nvCxnSpPr>
        <p:spPr>
          <a:xfrm>
            <a:off x="6056225" y="4318581"/>
            <a:ext cx="0" cy="351600"/>
          </a:xfrm>
          <a:prstGeom prst="straightConnector1">
            <a:avLst/>
          </a:prstGeom>
          <a:noFill/>
          <a:ln cap="flat" cmpd="sng" w="1717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188" name="Google Shape;188;g3f4729efffc_2_129"/>
          <p:cNvCxnSpPr/>
          <p:nvPr/>
        </p:nvCxnSpPr>
        <p:spPr>
          <a:xfrm>
            <a:off x="8005525" y="4307099"/>
            <a:ext cx="0" cy="356100"/>
          </a:xfrm>
          <a:prstGeom prst="straightConnector1">
            <a:avLst/>
          </a:prstGeom>
          <a:noFill/>
          <a:ln cap="flat" cmpd="sng" w="1717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189" name="Google Shape;189;g3f4729efffc_2_129"/>
          <p:cNvCxnSpPr/>
          <p:nvPr/>
        </p:nvCxnSpPr>
        <p:spPr>
          <a:xfrm>
            <a:off x="6056225" y="5800224"/>
            <a:ext cx="0" cy="310200"/>
          </a:xfrm>
          <a:prstGeom prst="straightConnector1">
            <a:avLst/>
          </a:prstGeom>
          <a:noFill/>
          <a:ln cap="flat" cmpd="sng" w="1717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190" name="Google Shape;190;g3f4729efffc_2_129"/>
          <p:cNvCxnSpPr/>
          <p:nvPr/>
        </p:nvCxnSpPr>
        <p:spPr>
          <a:xfrm>
            <a:off x="8055050" y="5800224"/>
            <a:ext cx="0" cy="310200"/>
          </a:xfrm>
          <a:prstGeom prst="straightConnector1">
            <a:avLst/>
          </a:prstGeom>
          <a:noFill/>
          <a:ln cap="flat" cmpd="sng" w="1717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191" name="Google Shape;191;g3f4729efffc_2_129"/>
          <p:cNvCxnSpPr/>
          <p:nvPr/>
        </p:nvCxnSpPr>
        <p:spPr>
          <a:xfrm>
            <a:off x="8791304" y="5196720"/>
            <a:ext cx="428400" cy="0"/>
          </a:xfrm>
          <a:prstGeom prst="straightConnector1">
            <a:avLst/>
          </a:prstGeom>
          <a:noFill/>
          <a:ln cap="flat" cmpd="sng" w="1717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192" name="Google Shape;192;g3f4729efffc_2_129"/>
          <p:cNvSpPr/>
          <p:nvPr/>
        </p:nvSpPr>
        <p:spPr>
          <a:xfrm>
            <a:off x="7409474" y="3072563"/>
            <a:ext cx="1402200" cy="991200"/>
          </a:xfrm>
          <a:prstGeom prst="rect">
            <a:avLst/>
          </a:prstGeom>
          <a:solidFill>
            <a:schemeClr val="lt2"/>
          </a:solidFill>
          <a:ln cap="flat" cmpd="sng" w="8600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82450" lIns="82450" spcFirstLastPara="1" rIns="82450" wrap="square" tIns="8245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803">
                <a:latin typeface="Asta Sans"/>
                <a:ea typeface="Asta Sans"/>
                <a:cs typeface="Asta Sans"/>
                <a:sym typeface="Asta Sans"/>
              </a:rPr>
              <a:t>Constant</a:t>
            </a:r>
            <a:endParaRPr sz="1803">
              <a:latin typeface="Asta Sans"/>
              <a:ea typeface="Asta Sans"/>
              <a:cs typeface="Asta Sans"/>
              <a:sym typeface="Asta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803">
                <a:latin typeface="Asta Sans"/>
                <a:ea typeface="Asta Sans"/>
                <a:cs typeface="Asta Sans"/>
                <a:sym typeface="Asta Sans"/>
              </a:rPr>
              <a:t>Folder</a:t>
            </a:r>
            <a:endParaRPr sz="1803">
              <a:latin typeface="Asta Sans"/>
              <a:ea typeface="Asta Sans"/>
              <a:cs typeface="Asta Sans"/>
              <a:sym typeface="Asta Sans"/>
            </a:endParaRPr>
          </a:p>
        </p:txBody>
      </p:sp>
      <p:sp>
        <p:nvSpPr>
          <p:cNvPr id="193" name="Google Shape;193;g3f4729efffc_2_129"/>
          <p:cNvSpPr/>
          <p:nvPr/>
        </p:nvSpPr>
        <p:spPr>
          <a:xfrm>
            <a:off x="9540545" y="3072563"/>
            <a:ext cx="1402200" cy="991200"/>
          </a:xfrm>
          <a:prstGeom prst="rect">
            <a:avLst/>
          </a:prstGeom>
          <a:solidFill>
            <a:schemeClr val="lt2"/>
          </a:solidFill>
          <a:ln cap="flat" cmpd="sng" w="8600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82450" lIns="82450" spcFirstLastPara="1" rIns="82450" wrap="square" tIns="8245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803">
                <a:latin typeface="Asta Sans"/>
                <a:ea typeface="Asta Sans"/>
                <a:cs typeface="Asta Sans"/>
                <a:sym typeface="Asta Sans"/>
              </a:rPr>
              <a:t>Resolver</a:t>
            </a:r>
            <a:endParaRPr sz="1803">
              <a:latin typeface="Asta Sans"/>
              <a:ea typeface="Asta Sans"/>
              <a:cs typeface="Asta Sans"/>
              <a:sym typeface="Asta Sans"/>
            </a:endParaRPr>
          </a:p>
        </p:txBody>
      </p:sp>
      <p:cxnSp>
        <p:nvCxnSpPr>
          <p:cNvPr id="194" name="Google Shape;194;g3f4729efffc_2_129"/>
          <p:cNvCxnSpPr/>
          <p:nvPr/>
        </p:nvCxnSpPr>
        <p:spPr>
          <a:xfrm>
            <a:off x="8899189" y="3568125"/>
            <a:ext cx="498300" cy="0"/>
          </a:xfrm>
          <a:prstGeom prst="straightConnector1">
            <a:avLst/>
          </a:prstGeom>
          <a:noFill/>
          <a:ln cap="flat" cmpd="sng" w="1717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195" name="Google Shape;195;g3f4729efffc_2_129"/>
          <p:cNvCxnSpPr/>
          <p:nvPr/>
        </p:nvCxnSpPr>
        <p:spPr>
          <a:xfrm>
            <a:off x="4847295" y="3568125"/>
            <a:ext cx="498300" cy="0"/>
          </a:xfrm>
          <a:prstGeom prst="straightConnector1">
            <a:avLst/>
          </a:prstGeom>
          <a:noFill/>
          <a:ln cap="flat" cmpd="sng" w="1717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196" name="Google Shape;196;g3f4729efffc_2_129"/>
          <p:cNvSpPr/>
          <p:nvPr/>
        </p:nvSpPr>
        <p:spPr>
          <a:xfrm>
            <a:off x="5107900" y="4431875"/>
            <a:ext cx="3856800" cy="1476600"/>
          </a:xfrm>
          <a:prstGeom prst="rect">
            <a:avLst/>
          </a:prstGeom>
          <a:solidFill>
            <a:srgbClr val="F3E65A">
              <a:alpha val="44940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97" name="Google Shape;197;g3f4729efffc_2_129"/>
          <p:cNvSpPr/>
          <p:nvPr/>
        </p:nvSpPr>
        <p:spPr>
          <a:xfrm>
            <a:off x="3067600" y="2801475"/>
            <a:ext cx="8054100" cy="1630500"/>
          </a:xfrm>
          <a:prstGeom prst="rect">
            <a:avLst/>
          </a:prstGeom>
          <a:solidFill>
            <a:srgbClr val="F3E65A">
              <a:alpha val="44940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98" name="Google Shape;198;g3f4729efffc_2_129"/>
          <p:cNvSpPr/>
          <p:nvPr/>
        </p:nvSpPr>
        <p:spPr>
          <a:xfrm>
            <a:off x="716500" y="4762113"/>
            <a:ext cx="772200" cy="772200"/>
          </a:xfrm>
          <a:prstGeom prst="smileyFace">
            <a:avLst>
              <a:gd fmla="val 4653" name="adj"/>
            </a:avLst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99" name="Google Shape;199;g3f4729efffc_2_129"/>
          <p:cNvSpPr txBox="1"/>
          <p:nvPr/>
        </p:nvSpPr>
        <p:spPr>
          <a:xfrm>
            <a:off x="566635" y="5556889"/>
            <a:ext cx="14421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82450" lIns="82450" spcFirstLastPara="1" rIns="82450" wrap="square" tIns="82450">
            <a:spAutoFit/>
          </a:bodyPr>
          <a:lstStyle/>
          <a:p>
            <a:pPr indent="0" lvl="0" marL="137423" marR="13742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ko-KR" sz="1533">
                <a:solidFill>
                  <a:srgbClr val="1F2328"/>
                </a:solidFill>
                <a:highlight>
                  <a:srgbClr val="F6F8FA"/>
                </a:highlight>
                <a:latin typeface="Courier New"/>
                <a:ea typeface="Courier New"/>
                <a:cs typeface="Courier New"/>
                <a:sym typeface="Courier New"/>
              </a:rPr>
              <a:t>Client</a:t>
            </a:r>
            <a:endParaRPr b="1" sz="1533">
              <a:solidFill>
                <a:srgbClr val="1F2328"/>
              </a:solidFill>
              <a:highlight>
                <a:srgbClr val="F6F8FA"/>
              </a:highlight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200" name="Google Shape;200;g3f4729efffc_2_129"/>
          <p:cNvSpPr/>
          <p:nvPr/>
        </p:nvSpPr>
        <p:spPr>
          <a:xfrm>
            <a:off x="387870" y="3072563"/>
            <a:ext cx="1402200" cy="991200"/>
          </a:xfrm>
          <a:prstGeom prst="rect">
            <a:avLst/>
          </a:prstGeom>
          <a:solidFill>
            <a:schemeClr val="lt2"/>
          </a:solidFill>
          <a:ln cap="flat" cmpd="sng" w="8600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82450" lIns="82450" spcFirstLastPara="1" rIns="82450" wrap="square" tIns="8245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803">
                <a:latin typeface="Asta Sans"/>
                <a:ea typeface="Asta Sans"/>
                <a:cs typeface="Asta Sans"/>
                <a:sym typeface="Asta Sans"/>
              </a:rPr>
              <a:t>Interpreter</a:t>
            </a:r>
            <a:endParaRPr sz="1803">
              <a:latin typeface="Asta Sans"/>
              <a:ea typeface="Asta Sans"/>
              <a:cs typeface="Asta Sans"/>
              <a:sym typeface="Asta Sans"/>
            </a:endParaRPr>
          </a:p>
        </p:txBody>
      </p:sp>
      <p:cxnSp>
        <p:nvCxnSpPr>
          <p:cNvPr id="201" name="Google Shape;201;g3f4729efffc_2_129"/>
          <p:cNvCxnSpPr/>
          <p:nvPr/>
        </p:nvCxnSpPr>
        <p:spPr>
          <a:xfrm rot="10800000">
            <a:off x="1069350" y="4213600"/>
            <a:ext cx="0" cy="398700"/>
          </a:xfrm>
          <a:prstGeom prst="straightConnector1">
            <a:avLst/>
          </a:prstGeom>
          <a:noFill/>
          <a:ln cap="flat" cmpd="sng" w="1717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02" name="Google Shape;202;g3f4729efffc_2_129"/>
          <p:cNvCxnSpPr/>
          <p:nvPr/>
        </p:nvCxnSpPr>
        <p:spPr>
          <a:xfrm>
            <a:off x="1940450" y="3571025"/>
            <a:ext cx="1001100" cy="0"/>
          </a:xfrm>
          <a:prstGeom prst="straightConnector1">
            <a:avLst/>
          </a:prstGeom>
          <a:noFill/>
          <a:ln cap="flat" cmpd="sng" w="1717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6" name="Shape 2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Google Shape;207;g3f4729efffc_2_437"/>
          <p:cNvSpPr txBox="1"/>
          <p:nvPr>
            <p:ph idx="1" type="body"/>
          </p:nvPr>
        </p:nvSpPr>
        <p:spPr>
          <a:xfrm>
            <a:off x="605975" y="1316375"/>
            <a:ext cx="11481300" cy="5380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sta Sans"/>
              <a:buChar char="●"/>
            </a:pPr>
            <a:r>
              <a:rPr lang="ko-KR">
                <a:latin typeface="Asta Sans"/>
                <a:ea typeface="Asta Sans"/>
                <a:cs typeface="Asta Sans"/>
                <a:sym typeface="Asta Sans"/>
              </a:rPr>
              <a:t>Strategy </a:t>
            </a:r>
            <a:r>
              <a:rPr lang="ko-KR">
                <a:latin typeface="Asta Sans"/>
                <a:ea typeface="Asta Sans"/>
                <a:cs typeface="Asta Sans"/>
                <a:sym typeface="Asta Sans"/>
              </a:rPr>
              <a:t>Pattern</a:t>
            </a:r>
            <a:endParaRPr>
              <a:latin typeface="Asta Sans"/>
              <a:ea typeface="Asta Sans"/>
              <a:cs typeface="Asta Sans"/>
              <a:sym typeface="Asta Sans"/>
            </a:endParaRPr>
          </a:p>
          <a:p>
            <a:pPr indent="-3429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sta Sans"/>
              <a:buChar char="○"/>
            </a:pPr>
            <a:r>
              <a:rPr lang="ko-KR">
                <a:latin typeface="Asta Sans"/>
                <a:ea typeface="Asta Sans"/>
                <a:cs typeface="Asta Sans"/>
                <a:sym typeface="Asta Sans"/>
              </a:rPr>
              <a:t>Runtime </a:t>
            </a:r>
            <a:r>
              <a:rPr lang="ko-KR">
                <a:latin typeface="Asta Sans"/>
                <a:ea typeface="Asta Sans"/>
                <a:cs typeface="Asta Sans"/>
                <a:sym typeface="Asta Sans"/>
              </a:rPr>
              <a:t>중 OuputWriter의 Strategy 결정 (output string을 어디에 써 줄것인가)</a:t>
            </a:r>
            <a:endParaRPr>
              <a:latin typeface="Asta Sans"/>
              <a:ea typeface="Asta Sans"/>
              <a:cs typeface="Asta Sans"/>
              <a:sym typeface="Asta San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>
                <a:latin typeface="Asta Sans"/>
                <a:ea typeface="Asta Sans"/>
                <a:cs typeface="Asta Sans"/>
                <a:sym typeface="Asta Sans"/>
              </a:rPr>
              <a:t> </a:t>
            </a:r>
            <a:endParaRPr>
              <a:latin typeface="Asta Sans"/>
              <a:ea typeface="Asta Sans"/>
              <a:cs typeface="Asta Sans"/>
              <a:sym typeface="Asta Sans"/>
            </a:endParaRPr>
          </a:p>
        </p:txBody>
      </p:sp>
      <p:sp>
        <p:nvSpPr>
          <p:cNvPr id="208" name="Google Shape;208;g3f4729efffc_2_437"/>
          <p:cNvSpPr txBox="1"/>
          <p:nvPr>
            <p:ph type="title"/>
          </p:nvPr>
        </p:nvSpPr>
        <p:spPr>
          <a:xfrm>
            <a:off x="605980" y="310143"/>
            <a:ext cx="10515600" cy="64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</a:pPr>
            <a:r>
              <a:rPr b="1" lang="ko-KR" sz="3200">
                <a:latin typeface="Asta Sans"/>
                <a:ea typeface="Asta Sans"/>
                <a:cs typeface="Asta Sans"/>
                <a:sym typeface="Asta Sans"/>
              </a:rPr>
              <a:t> 인터페이스 설계</a:t>
            </a:r>
            <a:endParaRPr b="1">
              <a:latin typeface="Asta Sans"/>
              <a:ea typeface="Asta Sans"/>
              <a:cs typeface="Asta Sans"/>
              <a:sym typeface="Asta Sans"/>
            </a:endParaRPr>
          </a:p>
        </p:txBody>
      </p:sp>
      <p:sp>
        <p:nvSpPr>
          <p:cNvPr id="209" name="Google Shape;209;g3f4729efffc_2_437"/>
          <p:cNvSpPr/>
          <p:nvPr/>
        </p:nvSpPr>
        <p:spPr>
          <a:xfrm>
            <a:off x="5578925" y="2834875"/>
            <a:ext cx="1801500" cy="768900"/>
          </a:xfrm>
          <a:prstGeom prst="rect">
            <a:avLst/>
          </a:prstGeom>
          <a:solidFill>
            <a:srgbClr val="FFE599"/>
          </a:solidFill>
          <a:ln cap="flat" cmpd="sng" w="8600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82450" lIns="82450" spcFirstLastPara="1" rIns="82450" wrap="square" tIns="8245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803">
                <a:latin typeface="Asta Sans"/>
                <a:ea typeface="Asta Sans"/>
                <a:cs typeface="Asta Sans"/>
                <a:sym typeface="Asta Sans"/>
              </a:rPr>
              <a:t>&lt;&lt;Interface&gt;&gt;</a:t>
            </a:r>
            <a:br>
              <a:rPr lang="ko-KR" sz="1803">
                <a:latin typeface="Asta Sans"/>
                <a:ea typeface="Asta Sans"/>
                <a:cs typeface="Asta Sans"/>
                <a:sym typeface="Asta Sans"/>
              </a:rPr>
            </a:br>
            <a:r>
              <a:rPr lang="ko-KR" sz="1803">
                <a:latin typeface="Asta Sans"/>
                <a:ea typeface="Asta Sans"/>
                <a:cs typeface="Asta Sans"/>
                <a:sym typeface="Asta Sans"/>
              </a:rPr>
              <a:t>OutputWriter</a:t>
            </a:r>
            <a:endParaRPr sz="1803">
              <a:latin typeface="Asta Sans"/>
              <a:ea typeface="Asta Sans"/>
              <a:cs typeface="Asta Sans"/>
              <a:sym typeface="Asta Sans"/>
            </a:endParaRPr>
          </a:p>
        </p:txBody>
      </p:sp>
      <p:sp>
        <p:nvSpPr>
          <p:cNvPr id="210" name="Google Shape;210;g3f4729efffc_2_437"/>
          <p:cNvSpPr/>
          <p:nvPr/>
        </p:nvSpPr>
        <p:spPr>
          <a:xfrm>
            <a:off x="5578925" y="3603800"/>
            <a:ext cx="1801500" cy="371100"/>
          </a:xfrm>
          <a:prstGeom prst="rect">
            <a:avLst/>
          </a:prstGeom>
          <a:solidFill>
            <a:srgbClr val="FFE599"/>
          </a:solidFill>
          <a:ln cap="flat" cmpd="sng" w="8600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82450" lIns="82450" spcFirstLastPara="1" rIns="82450" wrap="square" tIns="8245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803">
                <a:latin typeface="Asta Sans"/>
                <a:ea typeface="Asta Sans"/>
                <a:cs typeface="Asta Sans"/>
                <a:sym typeface="Asta Sans"/>
              </a:rPr>
              <a:t>write()</a:t>
            </a:r>
            <a:endParaRPr sz="1803">
              <a:latin typeface="Asta Sans"/>
              <a:ea typeface="Asta Sans"/>
              <a:cs typeface="Asta Sans"/>
              <a:sym typeface="Asta Sans"/>
            </a:endParaRPr>
          </a:p>
        </p:txBody>
      </p:sp>
      <p:sp>
        <p:nvSpPr>
          <p:cNvPr id="211" name="Google Shape;211;g3f4729efffc_2_437"/>
          <p:cNvSpPr/>
          <p:nvPr/>
        </p:nvSpPr>
        <p:spPr>
          <a:xfrm>
            <a:off x="1224625" y="4893825"/>
            <a:ext cx="1801500" cy="768900"/>
          </a:xfrm>
          <a:prstGeom prst="rect">
            <a:avLst/>
          </a:prstGeom>
          <a:solidFill>
            <a:schemeClr val="lt2"/>
          </a:solidFill>
          <a:ln cap="flat" cmpd="sng" w="8600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82450" lIns="82450" spcFirstLastPara="1" rIns="82450" wrap="square" tIns="8245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803">
                <a:latin typeface="Asta Sans"/>
                <a:ea typeface="Asta Sans"/>
                <a:cs typeface="Asta Sans"/>
                <a:sym typeface="Asta Sans"/>
              </a:rPr>
              <a:t>ConsoleOutput</a:t>
            </a:r>
            <a:br>
              <a:rPr lang="ko-KR" sz="1803">
                <a:latin typeface="Asta Sans"/>
                <a:ea typeface="Asta Sans"/>
                <a:cs typeface="Asta Sans"/>
                <a:sym typeface="Asta Sans"/>
              </a:rPr>
            </a:br>
            <a:r>
              <a:rPr lang="ko-KR" sz="1803">
                <a:latin typeface="Asta Sans"/>
                <a:ea typeface="Asta Sans"/>
                <a:cs typeface="Asta Sans"/>
                <a:sym typeface="Asta Sans"/>
              </a:rPr>
              <a:t>Writer</a:t>
            </a:r>
            <a:endParaRPr sz="1803">
              <a:latin typeface="Asta Sans"/>
              <a:ea typeface="Asta Sans"/>
              <a:cs typeface="Asta Sans"/>
              <a:sym typeface="Asta Sans"/>
            </a:endParaRPr>
          </a:p>
        </p:txBody>
      </p:sp>
      <p:sp>
        <p:nvSpPr>
          <p:cNvPr id="212" name="Google Shape;212;g3f4729efffc_2_437"/>
          <p:cNvSpPr/>
          <p:nvPr/>
        </p:nvSpPr>
        <p:spPr>
          <a:xfrm>
            <a:off x="1224625" y="5662725"/>
            <a:ext cx="1801500" cy="371100"/>
          </a:xfrm>
          <a:prstGeom prst="rect">
            <a:avLst/>
          </a:prstGeom>
          <a:solidFill>
            <a:schemeClr val="lt2"/>
          </a:solidFill>
          <a:ln cap="flat" cmpd="sng" w="8600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82450" lIns="82450" spcFirstLastPara="1" rIns="82450" wrap="square" tIns="8245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803">
                <a:latin typeface="Asta Sans"/>
                <a:ea typeface="Asta Sans"/>
                <a:cs typeface="Asta Sans"/>
                <a:sym typeface="Asta Sans"/>
              </a:rPr>
              <a:t>write</a:t>
            </a:r>
            <a:r>
              <a:rPr lang="ko-KR" sz="1803">
                <a:latin typeface="Asta Sans"/>
                <a:ea typeface="Asta Sans"/>
                <a:cs typeface="Asta Sans"/>
                <a:sym typeface="Asta Sans"/>
              </a:rPr>
              <a:t>()</a:t>
            </a:r>
            <a:endParaRPr sz="1803">
              <a:latin typeface="Asta Sans"/>
              <a:ea typeface="Asta Sans"/>
              <a:cs typeface="Asta Sans"/>
              <a:sym typeface="Asta Sans"/>
            </a:endParaRPr>
          </a:p>
        </p:txBody>
      </p:sp>
      <p:sp>
        <p:nvSpPr>
          <p:cNvPr id="213" name="Google Shape;213;g3f4729efffc_2_437"/>
          <p:cNvSpPr/>
          <p:nvPr/>
        </p:nvSpPr>
        <p:spPr>
          <a:xfrm>
            <a:off x="3401775" y="4893825"/>
            <a:ext cx="1801500" cy="768900"/>
          </a:xfrm>
          <a:prstGeom prst="rect">
            <a:avLst/>
          </a:prstGeom>
          <a:solidFill>
            <a:schemeClr val="lt2"/>
          </a:solidFill>
          <a:ln cap="flat" cmpd="sng" w="8600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82450" lIns="82450" spcFirstLastPara="1" rIns="82450" wrap="square" tIns="8245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803">
                <a:latin typeface="Asta Sans"/>
                <a:ea typeface="Asta Sans"/>
                <a:cs typeface="Asta Sans"/>
                <a:sym typeface="Asta Sans"/>
              </a:rPr>
              <a:t>StreamOutput</a:t>
            </a:r>
            <a:br>
              <a:rPr lang="ko-KR" sz="1803">
                <a:latin typeface="Asta Sans"/>
                <a:ea typeface="Asta Sans"/>
                <a:cs typeface="Asta Sans"/>
                <a:sym typeface="Asta Sans"/>
              </a:rPr>
            </a:br>
            <a:r>
              <a:rPr lang="ko-KR" sz="1803">
                <a:latin typeface="Asta Sans"/>
                <a:ea typeface="Asta Sans"/>
                <a:cs typeface="Asta Sans"/>
                <a:sym typeface="Asta Sans"/>
              </a:rPr>
              <a:t>Writer</a:t>
            </a:r>
            <a:endParaRPr sz="1803">
              <a:latin typeface="Asta Sans"/>
              <a:ea typeface="Asta Sans"/>
              <a:cs typeface="Asta Sans"/>
              <a:sym typeface="Asta Sans"/>
            </a:endParaRPr>
          </a:p>
        </p:txBody>
      </p:sp>
      <p:sp>
        <p:nvSpPr>
          <p:cNvPr id="214" name="Google Shape;214;g3f4729efffc_2_437"/>
          <p:cNvSpPr/>
          <p:nvPr/>
        </p:nvSpPr>
        <p:spPr>
          <a:xfrm>
            <a:off x="3401775" y="5662725"/>
            <a:ext cx="1801500" cy="371100"/>
          </a:xfrm>
          <a:prstGeom prst="rect">
            <a:avLst/>
          </a:prstGeom>
          <a:solidFill>
            <a:schemeClr val="lt2"/>
          </a:solidFill>
          <a:ln cap="flat" cmpd="sng" w="8600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82450" lIns="82450" spcFirstLastPara="1" rIns="82450" wrap="square" tIns="8245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803">
                <a:latin typeface="Asta Sans"/>
                <a:ea typeface="Asta Sans"/>
                <a:cs typeface="Asta Sans"/>
                <a:sym typeface="Asta Sans"/>
              </a:rPr>
              <a:t>write</a:t>
            </a:r>
            <a:r>
              <a:rPr lang="ko-KR" sz="1803">
                <a:latin typeface="Asta Sans"/>
                <a:ea typeface="Asta Sans"/>
                <a:cs typeface="Asta Sans"/>
                <a:sym typeface="Asta Sans"/>
              </a:rPr>
              <a:t>()</a:t>
            </a:r>
            <a:endParaRPr sz="1803">
              <a:latin typeface="Asta Sans"/>
              <a:ea typeface="Asta Sans"/>
              <a:cs typeface="Asta Sans"/>
              <a:sym typeface="Asta Sans"/>
            </a:endParaRPr>
          </a:p>
        </p:txBody>
      </p:sp>
      <p:sp>
        <p:nvSpPr>
          <p:cNvPr id="215" name="Google Shape;215;g3f4729efffc_2_437"/>
          <p:cNvSpPr/>
          <p:nvPr/>
        </p:nvSpPr>
        <p:spPr>
          <a:xfrm>
            <a:off x="5578925" y="4893825"/>
            <a:ext cx="1801500" cy="768900"/>
          </a:xfrm>
          <a:prstGeom prst="rect">
            <a:avLst/>
          </a:prstGeom>
          <a:solidFill>
            <a:schemeClr val="lt2"/>
          </a:solidFill>
          <a:ln cap="flat" cmpd="sng" w="8600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82450" lIns="82450" spcFirstLastPara="1" rIns="82450" wrap="square" tIns="8245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803">
                <a:latin typeface="Asta Sans"/>
                <a:ea typeface="Asta Sans"/>
                <a:cs typeface="Asta Sans"/>
                <a:sym typeface="Asta Sans"/>
              </a:rPr>
              <a:t>NullOutput</a:t>
            </a:r>
            <a:br>
              <a:rPr lang="ko-KR" sz="1803">
                <a:latin typeface="Asta Sans"/>
                <a:ea typeface="Asta Sans"/>
                <a:cs typeface="Asta Sans"/>
                <a:sym typeface="Asta Sans"/>
              </a:rPr>
            </a:br>
            <a:r>
              <a:rPr lang="ko-KR" sz="1803">
                <a:latin typeface="Asta Sans"/>
                <a:ea typeface="Asta Sans"/>
                <a:cs typeface="Asta Sans"/>
                <a:sym typeface="Asta Sans"/>
              </a:rPr>
              <a:t>Writer</a:t>
            </a:r>
            <a:endParaRPr sz="1803">
              <a:latin typeface="Asta Sans"/>
              <a:ea typeface="Asta Sans"/>
              <a:cs typeface="Asta Sans"/>
              <a:sym typeface="Asta Sans"/>
            </a:endParaRPr>
          </a:p>
        </p:txBody>
      </p:sp>
      <p:sp>
        <p:nvSpPr>
          <p:cNvPr id="216" name="Google Shape;216;g3f4729efffc_2_437"/>
          <p:cNvSpPr/>
          <p:nvPr/>
        </p:nvSpPr>
        <p:spPr>
          <a:xfrm>
            <a:off x="5578925" y="5662725"/>
            <a:ext cx="1801500" cy="371100"/>
          </a:xfrm>
          <a:prstGeom prst="rect">
            <a:avLst/>
          </a:prstGeom>
          <a:solidFill>
            <a:schemeClr val="lt2"/>
          </a:solidFill>
          <a:ln cap="flat" cmpd="sng" w="8600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82450" lIns="82450" spcFirstLastPara="1" rIns="82450" wrap="square" tIns="8245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803">
                <a:latin typeface="Asta Sans"/>
                <a:ea typeface="Asta Sans"/>
                <a:cs typeface="Asta Sans"/>
                <a:sym typeface="Asta Sans"/>
              </a:rPr>
              <a:t>write</a:t>
            </a:r>
            <a:r>
              <a:rPr lang="ko-KR" sz="1803">
                <a:latin typeface="Asta Sans"/>
                <a:ea typeface="Asta Sans"/>
                <a:cs typeface="Asta Sans"/>
                <a:sym typeface="Asta Sans"/>
              </a:rPr>
              <a:t>()</a:t>
            </a:r>
            <a:endParaRPr sz="1803">
              <a:latin typeface="Asta Sans"/>
              <a:ea typeface="Asta Sans"/>
              <a:cs typeface="Asta Sans"/>
              <a:sym typeface="Asta Sans"/>
            </a:endParaRPr>
          </a:p>
        </p:txBody>
      </p:sp>
      <p:sp>
        <p:nvSpPr>
          <p:cNvPr id="217" name="Google Shape;217;g3f4729efffc_2_437"/>
          <p:cNvSpPr/>
          <p:nvPr/>
        </p:nvSpPr>
        <p:spPr>
          <a:xfrm>
            <a:off x="7756075" y="4893825"/>
            <a:ext cx="1801500" cy="768900"/>
          </a:xfrm>
          <a:prstGeom prst="rect">
            <a:avLst/>
          </a:prstGeom>
          <a:solidFill>
            <a:schemeClr val="lt2"/>
          </a:solidFill>
          <a:ln cap="flat" cmpd="sng" w="8600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82450" lIns="82450" spcFirstLastPara="1" rIns="82450" wrap="square" tIns="8245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803">
                <a:latin typeface="Asta Sans"/>
                <a:ea typeface="Asta Sans"/>
                <a:cs typeface="Asta Sans"/>
                <a:sym typeface="Asta Sans"/>
              </a:rPr>
              <a:t>FakeOutput</a:t>
            </a:r>
            <a:br>
              <a:rPr lang="ko-KR" sz="1803">
                <a:latin typeface="Asta Sans"/>
                <a:ea typeface="Asta Sans"/>
                <a:cs typeface="Asta Sans"/>
                <a:sym typeface="Asta Sans"/>
              </a:rPr>
            </a:br>
            <a:r>
              <a:rPr lang="ko-KR" sz="1803">
                <a:latin typeface="Asta Sans"/>
                <a:ea typeface="Asta Sans"/>
                <a:cs typeface="Asta Sans"/>
                <a:sym typeface="Asta Sans"/>
              </a:rPr>
              <a:t>Writer</a:t>
            </a:r>
            <a:endParaRPr sz="1803">
              <a:latin typeface="Asta Sans"/>
              <a:ea typeface="Asta Sans"/>
              <a:cs typeface="Asta Sans"/>
              <a:sym typeface="Asta Sans"/>
            </a:endParaRPr>
          </a:p>
        </p:txBody>
      </p:sp>
      <p:sp>
        <p:nvSpPr>
          <p:cNvPr id="218" name="Google Shape;218;g3f4729efffc_2_437"/>
          <p:cNvSpPr/>
          <p:nvPr/>
        </p:nvSpPr>
        <p:spPr>
          <a:xfrm>
            <a:off x="7756075" y="5662725"/>
            <a:ext cx="1801500" cy="371100"/>
          </a:xfrm>
          <a:prstGeom prst="rect">
            <a:avLst/>
          </a:prstGeom>
          <a:solidFill>
            <a:schemeClr val="lt2"/>
          </a:solidFill>
          <a:ln cap="flat" cmpd="sng" w="8600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82450" lIns="82450" spcFirstLastPara="1" rIns="82450" wrap="square" tIns="8245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803">
                <a:latin typeface="Asta Sans"/>
                <a:ea typeface="Asta Sans"/>
                <a:cs typeface="Asta Sans"/>
                <a:sym typeface="Asta Sans"/>
              </a:rPr>
              <a:t>write</a:t>
            </a:r>
            <a:r>
              <a:rPr lang="ko-KR" sz="1803">
                <a:latin typeface="Asta Sans"/>
                <a:ea typeface="Asta Sans"/>
                <a:cs typeface="Asta Sans"/>
                <a:sym typeface="Asta Sans"/>
              </a:rPr>
              <a:t>()</a:t>
            </a:r>
            <a:endParaRPr sz="1803">
              <a:latin typeface="Asta Sans"/>
              <a:ea typeface="Asta Sans"/>
              <a:cs typeface="Asta Sans"/>
              <a:sym typeface="Asta Sans"/>
            </a:endParaRPr>
          </a:p>
        </p:txBody>
      </p:sp>
      <p:sp>
        <p:nvSpPr>
          <p:cNvPr id="219" name="Google Shape;219;g3f4729efffc_2_437"/>
          <p:cNvSpPr/>
          <p:nvPr/>
        </p:nvSpPr>
        <p:spPr>
          <a:xfrm>
            <a:off x="9933225" y="4893825"/>
            <a:ext cx="1801500" cy="768900"/>
          </a:xfrm>
          <a:prstGeom prst="rect">
            <a:avLst/>
          </a:prstGeom>
          <a:solidFill>
            <a:schemeClr val="lt2"/>
          </a:solidFill>
          <a:ln cap="flat" cmpd="sng" w="8600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82450" lIns="82450" spcFirstLastPara="1" rIns="82450" wrap="square" tIns="8245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803">
                <a:latin typeface="Asta Sans"/>
                <a:ea typeface="Asta Sans"/>
                <a:cs typeface="Asta Sans"/>
                <a:sym typeface="Asta Sans"/>
              </a:rPr>
              <a:t>확장 가능</a:t>
            </a:r>
            <a:endParaRPr sz="1803">
              <a:latin typeface="Asta Sans"/>
              <a:ea typeface="Asta Sans"/>
              <a:cs typeface="Asta Sans"/>
              <a:sym typeface="Asta Sans"/>
            </a:endParaRPr>
          </a:p>
        </p:txBody>
      </p:sp>
      <p:sp>
        <p:nvSpPr>
          <p:cNvPr id="220" name="Google Shape;220;g3f4729efffc_2_437"/>
          <p:cNvSpPr/>
          <p:nvPr/>
        </p:nvSpPr>
        <p:spPr>
          <a:xfrm>
            <a:off x="9933225" y="5662725"/>
            <a:ext cx="1801500" cy="371100"/>
          </a:xfrm>
          <a:prstGeom prst="rect">
            <a:avLst/>
          </a:prstGeom>
          <a:solidFill>
            <a:schemeClr val="lt2"/>
          </a:solidFill>
          <a:ln cap="flat" cmpd="sng" w="8600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82450" lIns="82450" spcFirstLastPara="1" rIns="82450" wrap="square" tIns="8245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803">
                <a:solidFill>
                  <a:schemeClr val="dk1"/>
                </a:solidFill>
                <a:latin typeface="Asta Sans"/>
                <a:ea typeface="Asta Sans"/>
                <a:cs typeface="Asta Sans"/>
                <a:sym typeface="Asta Sans"/>
              </a:rPr>
              <a:t>write</a:t>
            </a:r>
            <a:r>
              <a:rPr lang="ko-KR" sz="1803">
                <a:latin typeface="Asta Sans"/>
                <a:ea typeface="Asta Sans"/>
                <a:cs typeface="Asta Sans"/>
                <a:sym typeface="Asta Sans"/>
              </a:rPr>
              <a:t>()</a:t>
            </a:r>
            <a:endParaRPr sz="1803">
              <a:latin typeface="Asta Sans"/>
              <a:ea typeface="Asta Sans"/>
              <a:cs typeface="Asta Sans"/>
              <a:sym typeface="Asta Sans"/>
            </a:endParaRPr>
          </a:p>
        </p:txBody>
      </p:sp>
      <p:cxnSp>
        <p:nvCxnSpPr>
          <p:cNvPr id="221" name="Google Shape;221;g3f4729efffc_2_437"/>
          <p:cNvCxnSpPr>
            <a:stCxn id="211" idx="0"/>
            <a:endCxn id="210" idx="2"/>
          </p:cNvCxnSpPr>
          <p:nvPr/>
        </p:nvCxnSpPr>
        <p:spPr>
          <a:xfrm flipH="1" rot="10800000">
            <a:off x="2125375" y="3974925"/>
            <a:ext cx="4354200" cy="918900"/>
          </a:xfrm>
          <a:prstGeom prst="straightConnector1">
            <a:avLst/>
          </a:prstGeom>
          <a:noFill/>
          <a:ln cap="flat" cmpd="sng" w="19050">
            <a:solidFill>
              <a:schemeClr val="dk2"/>
            </a:solidFill>
            <a:prstDash val="dash"/>
            <a:round/>
            <a:headEnd len="med" w="med" type="none"/>
            <a:tailEnd len="med" w="med" type="triangle"/>
          </a:ln>
        </p:spPr>
      </p:cxnSp>
      <p:cxnSp>
        <p:nvCxnSpPr>
          <p:cNvPr id="222" name="Google Shape;222;g3f4729efffc_2_437"/>
          <p:cNvCxnSpPr>
            <a:endCxn id="210" idx="2"/>
          </p:cNvCxnSpPr>
          <p:nvPr/>
        </p:nvCxnSpPr>
        <p:spPr>
          <a:xfrm flipH="1" rot="10800000">
            <a:off x="4302575" y="3974900"/>
            <a:ext cx="2177100" cy="918900"/>
          </a:xfrm>
          <a:prstGeom prst="straightConnector1">
            <a:avLst/>
          </a:prstGeom>
          <a:noFill/>
          <a:ln cap="flat" cmpd="sng" w="19050">
            <a:solidFill>
              <a:schemeClr val="dk2"/>
            </a:solidFill>
            <a:prstDash val="dash"/>
            <a:round/>
            <a:headEnd len="med" w="med" type="none"/>
            <a:tailEnd len="med" w="med" type="triangle"/>
          </a:ln>
        </p:spPr>
      </p:cxnSp>
      <p:cxnSp>
        <p:nvCxnSpPr>
          <p:cNvPr id="223" name="Google Shape;223;g3f4729efffc_2_437"/>
          <p:cNvCxnSpPr>
            <a:endCxn id="210" idx="2"/>
          </p:cNvCxnSpPr>
          <p:nvPr/>
        </p:nvCxnSpPr>
        <p:spPr>
          <a:xfrm rot="10800000">
            <a:off x="6479675" y="3974900"/>
            <a:ext cx="0" cy="918900"/>
          </a:xfrm>
          <a:prstGeom prst="straightConnector1">
            <a:avLst/>
          </a:prstGeom>
          <a:noFill/>
          <a:ln cap="flat" cmpd="sng" w="19050">
            <a:solidFill>
              <a:schemeClr val="dk2"/>
            </a:solidFill>
            <a:prstDash val="dash"/>
            <a:round/>
            <a:headEnd len="med" w="med" type="none"/>
            <a:tailEnd len="med" w="med" type="triangle"/>
          </a:ln>
        </p:spPr>
      </p:cxnSp>
      <p:cxnSp>
        <p:nvCxnSpPr>
          <p:cNvPr id="224" name="Google Shape;224;g3f4729efffc_2_437"/>
          <p:cNvCxnSpPr>
            <a:stCxn id="217" idx="0"/>
            <a:endCxn id="210" idx="2"/>
          </p:cNvCxnSpPr>
          <p:nvPr/>
        </p:nvCxnSpPr>
        <p:spPr>
          <a:xfrm rot="10800000">
            <a:off x="6479725" y="3974925"/>
            <a:ext cx="2177100" cy="918900"/>
          </a:xfrm>
          <a:prstGeom prst="straightConnector1">
            <a:avLst/>
          </a:prstGeom>
          <a:noFill/>
          <a:ln cap="flat" cmpd="sng" w="19050">
            <a:solidFill>
              <a:schemeClr val="dk2"/>
            </a:solidFill>
            <a:prstDash val="dash"/>
            <a:round/>
            <a:headEnd len="med" w="med" type="none"/>
            <a:tailEnd len="med" w="med" type="triangle"/>
          </a:ln>
        </p:spPr>
      </p:cxnSp>
      <p:cxnSp>
        <p:nvCxnSpPr>
          <p:cNvPr id="225" name="Google Shape;225;g3f4729efffc_2_437"/>
          <p:cNvCxnSpPr>
            <a:endCxn id="210" idx="2"/>
          </p:cNvCxnSpPr>
          <p:nvPr/>
        </p:nvCxnSpPr>
        <p:spPr>
          <a:xfrm rot="10800000">
            <a:off x="6479675" y="3974900"/>
            <a:ext cx="4354200" cy="918900"/>
          </a:xfrm>
          <a:prstGeom prst="straightConnector1">
            <a:avLst/>
          </a:prstGeom>
          <a:noFill/>
          <a:ln cap="flat" cmpd="sng" w="19050">
            <a:solidFill>
              <a:schemeClr val="dk2"/>
            </a:solidFill>
            <a:prstDash val="dash"/>
            <a:round/>
            <a:headEnd len="med" w="med" type="none"/>
            <a:tailEnd len="med" w="med" type="triangle"/>
          </a:ln>
        </p:spPr>
      </p:cxnSp>
      <p:cxnSp>
        <p:nvCxnSpPr>
          <p:cNvPr id="226" name="Google Shape;226;g3f4729efffc_2_437"/>
          <p:cNvCxnSpPr/>
          <p:nvPr/>
        </p:nvCxnSpPr>
        <p:spPr>
          <a:xfrm>
            <a:off x="3089775" y="3429025"/>
            <a:ext cx="2425500" cy="0"/>
          </a:xfrm>
          <a:prstGeom prst="straightConnector1">
            <a:avLst/>
          </a:prstGeom>
          <a:noFill/>
          <a:ln cap="flat" cmpd="sng" w="19050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227" name="Google Shape;227;g3f4729efffc_2_437"/>
          <p:cNvSpPr/>
          <p:nvPr/>
        </p:nvSpPr>
        <p:spPr>
          <a:xfrm>
            <a:off x="1224625" y="2859000"/>
            <a:ext cx="1801500" cy="768900"/>
          </a:xfrm>
          <a:prstGeom prst="rect">
            <a:avLst/>
          </a:prstGeom>
          <a:solidFill>
            <a:schemeClr val="lt2"/>
          </a:solidFill>
          <a:ln cap="flat" cmpd="sng" w="8600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82450" lIns="82450" spcFirstLastPara="1" rIns="82450" wrap="square" tIns="8245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803">
                <a:latin typeface="Asta Sans"/>
                <a:ea typeface="Asta Sans"/>
                <a:cs typeface="Asta Sans"/>
                <a:sym typeface="Asta Sans"/>
              </a:rPr>
              <a:t>Executor</a:t>
            </a:r>
            <a:endParaRPr sz="1803">
              <a:latin typeface="Asta Sans"/>
              <a:ea typeface="Asta Sans"/>
              <a:cs typeface="Asta Sans"/>
              <a:sym typeface="Asta Sans"/>
            </a:endParaRPr>
          </a:p>
        </p:txBody>
      </p:sp>
      <p:sp>
        <p:nvSpPr>
          <p:cNvPr id="228" name="Google Shape;228;g3f4729efffc_2_437"/>
          <p:cNvSpPr/>
          <p:nvPr/>
        </p:nvSpPr>
        <p:spPr>
          <a:xfrm>
            <a:off x="1224625" y="3627900"/>
            <a:ext cx="1801500" cy="371100"/>
          </a:xfrm>
          <a:prstGeom prst="rect">
            <a:avLst/>
          </a:prstGeom>
          <a:solidFill>
            <a:schemeClr val="lt2"/>
          </a:solidFill>
          <a:ln cap="flat" cmpd="sng" w="8600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82450" lIns="82450" spcFirstLastPara="1" rIns="82450" wrap="square" tIns="8245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803">
                <a:latin typeface="Asta Sans"/>
                <a:ea typeface="Asta Sans"/>
                <a:cs typeface="Asta Sans"/>
                <a:sym typeface="Asta Sans"/>
              </a:rPr>
              <a:t>output.write()</a:t>
            </a:r>
            <a:endParaRPr sz="1803">
              <a:latin typeface="Asta Sans"/>
              <a:ea typeface="Asta Sans"/>
              <a:cs typeface="Asta Sans"/>
              <a:sym typeface="Asta Sans"/>
            </a:endParaRPr>
          </a:p>
        </p:txBody>
      </p:sp>
      <p:sp>
        <p:nvSpPr>
          <p:cNvPr id="229" name="Google Shape;229;g3f4729efffc_2_437"/>
          <p:cNvSpPr txBox="1"/>
          <p:nvPr/>
        </p:nvSpPr>
        <p:spPr>
          <a:xfrm>
            <a:off x="7795010" y="5975283"/>
            <a:ext cx="18669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82450" lIns="82450" spcFirstLastPara="1" rIns="82450" wrap="square" tIns="82450">
            <a:spAutoFit/>
          </a:bodyPr>
          <a:lstStyle/>
          <a:p>
            <a:pPr indent="0" lvl="0" marL="137423" marR="13742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ko-KR" sz="1533">
                <a:solidFill>
                  <a:srgbClr val="1F2328"/>
                </a:solidFill>
                <a:highlight>
                  <a:srgbClr val="F6F8FA"/>
                </a:highlight>
                <a:latin typeface="Courier New"/>
                <a:ea typeface="Courier New"/>
                <a:cs typeface="Courier New"/>
                <a:sym typeface="Courier New"/>
              </a:rPr>
              <a:t>   Stub</a:t>
            </a:r>
            <a:endParaRPr sz="1533">
              <a:solidFill>
                <a:srgbClr val="1F2328"/>
              </a:solidFill>
              <a:highlight>
                <a:srgbClr val="F6F8FA"/>
              </a:highlight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230" name="Google Shape;230;g3f4729efffc_2_437"/>
          <p:cNvSpPr txBox="1"/>
          <p:nvPr/>
        </p:nvSpPr>
        <p:spPr>
          <a:xfrm>
            <a:off x="1332635" y="5975283"/>
            <a:ext cx="18669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82450" lIns="82450" spcFirstLastPara="1" rIns="82450" wrap="square" tIns="82450">
            <a:spAutoFit/>
          </a:bodyPr>
          <a:lstStyle/>
          <a:p>
            <a:pPr indent="0" lvl="0" marL="137423" marR="13742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ko-KR" sz="1533">
                <a:solidFill>
                  <a:srgbClr val="1F2328"/>
                </a:solidFill>
                <a:highlight>
                  <a:srgbClr val="F6F8FA"/>
                </a:highlight>
                <a:latin typeface="Courier New"/>
                <a:ea typeface="Courier New"/>
                <a:cs typeface="Courier New"/>
                <a:sym typeface="Courier New"/>
              </a:rPr>
              <a:t>to console</a:t>
            </a:r>
            <a:endParaRPr sz="1533">
              <a:solidFill>
                <a:srgbClr val="1F2328"/>
              </a:solidFill>
              <a:highlight>
                <a:srgbClr val="F6F8FA"/>
              </a:highlight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231" name="Google Shape;231;g3f4729efffc_2_437"/>
          <p:cNvSpPr txBox="1"/>
          <p:nvPr/>
        </p:nvSpPr>
        <p:spPr>
          <a:xfrm>
            <a:off x="3494710" y="5975283"/>
            <a:ext cx="18669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82450" lIns="82450" spcFirstLastPara="1" rIns="82450" wrap="square" tIns="82450">
            <a:spAutoFit/>
          </a:bodyPr>
          <a:lstStyle/>
          <a:p>
            <a:pPr indent="0" lvl="0" marL="137423" marR="13742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ko-KR" sz="1533">
                <a:solidFill>
                  <a:srgbClr val="1F2328"/>
                </a:solidFill>
                <a:highlight>
                  <a:srgbClr val="F6F8FA"/>
                </a:highlight>
                <a:latin typeface="Courier New"/>
                <a:ea typeface="Courier New"/>
                <a:cs typeface="Courier New"/>
                <a:sym typeface="Courier New"/>
              </a:rPr>
              <a:t>to stream</a:t>
            </a:r>
            <a:endParaRPr sz="1533">
              <a:solidFill>
                <a:srgbClr val="1F2328"/>
              </a:solidFill>
              <a:highlight>
                <a:srgbClr val="F6F8FA"/>
              </a:highlight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232" name="Google Shape;232;g3f4729efffc_2_437"/>
          <p:cNvSpPr txBox="1"/>
          <p:nvPr/>
        </p:nvSpPr>
        <p:spPr>
          <a:xfrm>
            <a:off x="5656785" y="5975283"/>
            <a:ext cx="18669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82450" lIns="82450" spcFirstLastPara="1" rIns="82450" wrap="square" tIns="82450">
            <a:spAutoFit/>
          </a:bodyPr>
          <a:lstStyle/>
          <a:p>
            <a:pPr indent="0" lvl="0" marL="137423" marR="13742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ko-KR" sz="1533">
                <a:solidFill>
                  <a:srgbClr val="1F2328"/>
                </a:solidFill>
                <a:highlight>
                  <a:srgbClr val="F6F8FA"/>
                </a:highlight>
                <a:latin typeface="Courier New"/>
                <a:ea typeface="Courier New"/>
                <a:cs typeface="Courier New"/>
                <a:sym typeface="Courier New"/>
              </a:rPr>
              <a:t>do nothing</a:t>
            </a:r>
            <a:endParaRPr sz="1533">
              <a:solidFill>
                <a:srgbClr val="1F2328"/>
              </a:solidFill>
              <a:highlight>
                <a:srgbClr val="F6F8FA"/>
              </a:highlight>
              <a:latin typeface="Courier New"/>
              <a:ea typeface="Courier New"/>
              <a:cs typeface="Courier New"/>
              <a:sym typeface="Courier New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g3f44738b4e9_0_5"/>
          <p:cNvSpPr txBox="1"/>
          <p:nvPr>
            <p:ph idx="1" type="body"/>
          </p:nvPr>
        </p:nvSpPr>
        <p:spPr>
          <a:xfrm>
            <a:off x="1632000" y="1860184"/>
            <a:ext cx="8928000" cy="2533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0" spcFirstLastPara="1" rIns="91425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None/>
            </a:pPr>
            <a:r>
              <a:rPr lang="ko-KR" sz="4000">
                <a:latin typeface="Asta Sans"/>
                <a:ea typeface="Asta Sans"/>
                <a:cs typeface="Asta Sans"/>
                <a:sym typeface="Asta Sans"/>
              </a:rPr>
              <a:t>BP </a:t>
            </a:r>
            <a:r>
              <a:rPr lang="ko-KR" sz="4000">
                <a:latin typeface="Asta Sans"/>
                <a:ea typeface="Asta Sans"/>
                <a:cs typeface="Asta Sans"/>
                <a:sym typeface="Asta Sans"/>
              </a:rPr>
              <a:t>사례 소개</a:t>
            </a:r>
            <a:endParaRPr sz="4000">
              <a:latin typeface="Asta Sans"/>
              <a:ea typeface="Asta Sans"/>
              <a:cs typeface="Asta Sans"/>
              <a:sym typeface="Asta Sans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1" name="Shape 2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" name="Google Shape;242;g3f44738b4e9_0_9"/>
          <p:cNvSpPr txBox="1"/>
          <p:nvPr>
            <p:ph type="title"/>
          </p:nvPr>
        </p:nvSpPr>
        <p:spPr>
          <a:xfrm>
            <a:off x="605980" y="310143"/>
            <a:ext cx="10515600" cy="64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</a:pPr>
            <a:r>
              <a:rPr b="1" lang="ko-KR" sz="3200">
                <a:latin typeface="Asta Sans"/>
                <a:ea typeface="Asta Sans"/>
                <a:cs typeface="Asta Sans"/>
                <a:sym typeface="Asta Sans"/>
              </a:rPr>
              <a:t> 개요</a:t>
            </a:r>
            <a:endParaRPr>
              <a:latin typeface="Asta Sans"/>
              <a:ea typeface="Asta Sans"/>
              <a:cs typeface="Asta Sans"/>
              <a:sym typeface="Asta Sans"/>
            </a:endParaRPr>
          </a:p>
        </p:txBody>
      </p:sp>
      <p:sp>
        <p:nvSpPr>
          <p:cNvPr id="243" name="Google Shape;243;g3f44738b4e9_0_9"/>
          <p:cNvSpPr txBox="1"/>
          <p:nvPr>
            <p:ph idx="1" type="body"/>
          </p:nvPr>
        </p:nvSpPr>
        <p:spPr>
          <a:xfrm>
            <a:off x="605980" y="1316376"/>
            <a:ext cx="10515600" cy="4927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393700" lvl="0" marL="457200" rtl="0" algn="l">
              <a:spcBef>
                <a:spcPts val="0"/>
              </a:spcBef>
              <a:spcAft>
                <a:spcPts val="0"/>
              </a:spcAft>
              <a:buSzPts val="2600"/>
              <a:buFont typeface="Asta Sans"/>
              <a:buAutoNum type="arabicPeriod"/>
            </a:pPr>
            <a:r>
              <a:rPr lang="ko-KR">
                <a:latin typeface="Asta Sans"/>
                <a:ea typeface="Asta Sans"/>
                <a:cs typeface="Asta Sans"/>
                <a:sym typeface="Asta Sans"/>
              </a:rPr>
              <a:t>CodeFab_TeamD 협업 Workflow</a:t>
            </a:r>
            <a:endParaRPr sz="3000">
              <a:latin typeface="Asta Sans"/>
              <a:ea typeface="Asta Sans"/>
              <a:cs typeface="Asta Sans"/>
              <a:sym typeface="Asta San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Asta Sans"/>
              <a:ea typeface="Asta Sans"/>
              <a:cs typeface="Asta Sans"/>
              <a:sym typeface="Asta Sans"/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sta Sans"/>
              <a:buAutoNum type="arabicPeriod"/>
            </a:pPr>
            <a:r>
              <a:rPr lang="ko-KR">
                <a:latin typeface="Asta Sans"/>
                <a:ea typeface="Asta Sans"/>
                <a:cs typeface="Asta Sans"/>
                <a:sym typeface="Asta Sans"/>
              </a:rPr>
              <a:t>Pull Request 포맷 고정</a:t>
            </a:r>
            <a:endParaRPr>
              <a:latin typeface="Asta Sans"/>
              <a:ea typeface="Asta Sans"/>
              <a:cs typeface="Asta Sans"/>
              <a:sym typeface="Asta San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Asta Sans"/>
              <a:ea typeface="Asta Sans"/>
              <a:cs typeface="Asta Sans"/>
              <a:sym typeface="Asta Sans"/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sta Sans"/>
              <a:buAutoNum type="arabicPeriod"/>
            </a:pPr>
            <a:r>
              <a:rPr lang="ko-KR">
                <a:latin typeface="Asta Sans"/>
                <a:ea typeface="Asta Sans"/>
                <a:cs typeface="Asta Sans"/>
                <a:sym typeface="Asta Sans"/>
              </a:rPr>
              <a:t>Pull Request </a:t>
            </a:r>
            <a:r>
              <a:rPr lang="ko-KR">
                <a:latin typeface="Asta Sans"/>
                <a:ea typeface="Asta Sans"/>
                <a:cs typeface="Asta Sans"/>
                <a:sym typeface="Asta Sans"/>
              </a:rPr>
              <a:t>봇 사용</a:t>
            </a:r>
            <a:endParaRPr>
              <a:latin typeface="Asta Sans"/>
              <a:ea typeface="Asta Sans"/>
              <a:cs typeface="Asta Sans"/>
              <a:sym typeface="Asta Sans"/>
            </a:endParaRPr>
          </a:p>
          <a:p>
            <a:pPr indent="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Asta Sans"/>
              <a:ea typeface="Asta Sans"/>
              <a:cs typeface="Asta Sans"/>
              <a:sym typeface="Asta San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Asta Sans"/>
              <a:ea typeface="Asta Sans"/>
              <a:cs typeface="Asta Sans"/>
              <a:sym typeface="Asta Sans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g3f4729efffc_14_1"/>
          <p:cNvSpPr txBox="1"/>
          <p:nvPr>
            <p:ph type="title"/>
          </p:nvPr>
        </p:nvSpPr>
        <p:spPr>
          <a:xfrm>
            <a:off x="605980" y="310143"/>
            <a:ext cx="10515600" cy="6498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ko-KR" sz="3200">
                <a:solidFill>
                  <a:srgbClr val="0E2841"/>
                </a:solidFill>
                <a:latin typeface="Asta Sans"/>
                <a:ea typeface="Asta Sans"/>
                <a:cs typeface="Asta Sans"/>
                <a:sym typeface="Asta Sans"/>
              </a:rPr>
              <a:t>CodeFab_TeamD 협업 Workflow</a:t>
            </a:r>
            <a:endParaRPr sz="5000">
              <a:latin typeface="Asta Sans"/>
              <a:ea typeface="Asta Sans"/>
              <a:cs typeface="Asta Sans"/>
              <a:sym typeface="Asta Sans"/>
            </a:endParaRPr>
          </a:p>
        </p:txBody>
      </p:sp>
      <p:sp>
        <p:nvSpPr>
          <p:cNvPr id="249" name="Google Shape;249;g3f4729efffc_14_1"/>
          <p:cNvSpPr txBox="1"/>
          <p:nvPr/>
        </p:nvSpPr>
        <p:spPr>
          <a:xfrm>
            <a:off x="303038" y="1345669"/>
            <a:ext cx="5941200" cy="348900"/>
          </a:xfrm>
          <a:prstGeom prst="rect">
            <a:avLst/>
          </a:prstGeom>
          <a:noFill/>
          <a:ln>
            <a:noFill/>
          </a:ln>
        </p:spPr>
        <p:txBody>
          <a:bodyPr anchorCtr="0" anchor="t" bIns="49500" lIns="99000" spcFirstLastPara="1" rIns="99000" wrap="square" tIns="495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ko-KR" sz="1616" u="none" cap="none" strike="noStrike">
                <a:solidFill>
                  <a:srgbClr val="156082"/>
                </a:solidFill>
                <a:latin typeface="Asta Sans"/>
                <a:ea typeface="Asta Sans"/>
                <a:cs typeface="Asta Sans"/>
                <a:sym typeface="Asta Sans"/>
              </a:rPr>
              <a:t>기본 기능 구현</a:t>
            </a:r>
            <a:endParaRPr sz="1616">
              <a:latin typeface="Asta Sans"/>
              <a:ea typeface="Asta Sans"/>
              <a:cs typeface="Asta Sans"/>
              <a:sym typeface="Asta Sans"/>
            </a:endParaRPr>
          </a:p>
        </p:txBody>
      </p:sp>
      <p:sp>
        <p:nvSpPr>
          <p:cNvPr id="250" name="Google Shape;250;g3f4729efffc_14_1"/>
          <p:cNvSpPr/>
          <p:nvPr/>
        </p:nvSpPr>
        <p:spPr>
          <a:xfrm>
            <a:off x="303038" y="1673973"/>
            <a:ext cx="2158800" cy="1287000"/>
          </a:xfrm>
          <a:prstGeom prst="roundRect">
            <a:avLst>
              <a:gd fmla="val 8000" name="adj"/>
            </a:avLst>
          </a:prstGeom>
          <a:solidFill>
            <a:srgbClr val="F2F6F9"/>
          </a:solidFill>
          <a:ln cap="flat" cmpd="sng" w="10325">
            <a:solidFill>
              <a:srgbClr val="15608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9500" lIns="118825" spcFirstLastPara="1" rIns="118825" wrap="square" tIns="693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ko-KR" sz="1454" u="none" cap="none" strike="noStrike">
                <a:solidFill>
                  <a:srgbClr val="156082"/>
                </a:solidFill>
                <a:latin typeface="Asta Sans"/>
                <a:ea typeface="Asta Sans"/>
                <a:cs typeface="Asta Sans"/>
                <a:sym typeface="Asta Sans"/>
              </a:rPr>
              <a:t>Prep</a:t>
            </a:r>
            <a:endParaRPr sz="1616">
              <a:latin typeface="Asta Sans"/>
              <a:ea typeface="Asta Sans"/>
              <a:cs typeface="Asta Sans"/>
              <a:sym typeface="Asta San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162"/>
              </a:spcBef>
              <a:spcAft>
                <a:spcPts val="0"/>
              </a:spcAft>
              <a:buNone/>
            </a:pPr>
            <a:r>
              <a:rPr lang="ko-KR" sz="1075">
                <a:solidFill>
                  <a:srgbClr val="404040"/>
                </a:solidFill>
                <a:latin typeface="Asta Sans"/>
                <a:ea typeface="Asta Sans"/>
                <a:cs typeface="Asta Sans"/>
                <a:sym typeface="Asta Sans"/>
              </a:rPr>
              <a:t>모듈별 인터페이스</a:t>
            </a:r>
            <a:endParaRPr i="0" sz="1075" u="none" cap="none" strike="noStrike">
              <a:solidFill>
                <a:srgbClr val="404040"/>
              </a:solidFill>
              <a:latin typeface="Asta Sans"/>
              <a:ea typeface="Asta Sans"/>
              <a:cs typeface="Asta Sans"/>
              <a:sym typeface="Asta San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162"/>
              </a:spcBef>
              <a:spcAft>
                <a:spcPts val="0"/>
              </a:spcAft>
              <a:buNone/>
            </a:pPr>
            <a:r>
              <a:rPr i="0" lang="ko-KR" sz="1075" u="none" cap="none" strike="noStrike">
                <a:solidFill>
                  <a:srgbClr val="404040"/>
                </a:solidFill>
                <a:latin typeface="Asta Sans"/>
                <a:ea typeface="Asta Sans"/>
                <a:cs typeface="Asta Sans"/>
                <a:sym typeface="Asta Sans"/>
              </a:rPr>
              <a:t>unit-io-spec.md /</a:t>
            </a:r>
            <a:endParaRPr sz="1616">
              <a:latin typeface="Asta Sans"/>
              <a:ea typeface="Asta Sans"/>
              <a:cs typeface="Asta Sans"/>
              <a:sym typeface="Asta San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162"/>
              </a:spcBef>
              <a:spcAft>
                <a:spcPts val="0"/>
              </a:spcAft>
              <a:buNone/>
            </a:pPr>
            <a:r>
              <a:rPr i="0" lang="ko-KR" sz="1075" u="none" cap="none" strike="noStrike">
                <a:solidFill>
                  <a:srgbClr val="404040"/>
                </a:solidFill>
                <a:latin typeface="Asta Sans"/>
                <a:ea typeface="Asta Sans"/>
                <a:cs typeface="Asta Sans"/>
                <a:sym typeface="Asta Sans"/>
              </a:rPr>
              <a:t>program-tree-struct-spec.md 초안</a:t>
            </a:r>
            <a:endParaRPr i="0" sz="1075" u="none" cap="none" strike="noStrike">
              <a:solidFill>
                <a:srgbClr val="404040"/>
              </a:solidFill>
              <a:latin typeface="Asta Sans"/>
              <a:ea typeface="Asta Sans"/>
              <a:cs typeface="Asta Sans"/>
              <a:sym typeface="Asta Sans"/>
            </a:endParaRPr>
          </a:p>
        </p:txBody>
      </p:sp>
      <p:sp>
        <p:nvSpPr>
          <p:cNvPr id="251" name="Google Shape;251;g3f4729efffc_14_1"/>
          <p:cNvSpPr/>
          <p:nvPr/>
        </p:nvSpPr>
        <p:spPr>
          <a:xfrm>
            <a:off x="2659821" y="1673973"/>
            <a:ext cx="2158800" cy="1287000"/>
          </a:xfrm>
          <a:prstGeom prst="roundRect">
            <a:avLst>
              <a:gd fmla="val 8000" name="adj"/>
            </a:avLst>
          </a:prstGeom>
          <a:solidFill>
            <a:srgbClr val="F2F6F9"/>
          </a:solidFill>
          <a:ln cap="flat" cmpd="sng" w="10325">
            <a:solidFill>
              <a:srgbClr val="15608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9500" lIns="118825" spcFirstLastPara="1" rIns="118825" wrap="square" tIns="693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ko-KR" sz="1454" u="none" cap="none" strike="noStrike">
                <a:solidFill>
                  <a:srgbClr val="156082"/>
                </a:solidFill>
                <a:latin typeface="Asta Sans"/>
                <a:ea typeface="Asta Sans"/>
                <a:cs typeface="Asta Sans"/>
                <a:sym typeface="Asta Sans"/>
              </a:rPr>
              <a:t>Roles</a:t>
            </a:r>
            <a:endParaRPr sz="1616">
              <a:latin typeface="Asta Sans"/>
              <a:ea typeface="Asta Sans"/>
              <a:cs typeface="Asta Sans"/>
              <a:sym typeface="Asta San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162"/>
              </a:spcBef>
              <a:spcAft>
                <a:spcPts val="0"/>
              </a:spcAft>
              <a:buNone/>
            </a:pPr>
            <a:r>
              <a:rPr i="0" lang="ko-KR" sz="1075" u="none" cap="none" strike="noStrike">
                <a:solidFill>
                  <a:srgbClr val="404040"/>
                </a:solidFill>
                <a:latin typeface="Asta Sans"/>
                <a:ea typeface="Asta Sans"/>
                <a:cs typeface="Asta Sans"/>
                <a:sym typeface="Asta Sans"/>
              </a:rPr>
              <a:t>5인 R&amp;R 확정</a:t>
            </a:r>
            <a:endParaRPr sz="1616">
              <a:latin typeface="Asta Sans"/>
              <a:ea typeface="Asta Sans"/>
              <a:cs typeface="Asta Sans"/>
              <a:sym typeface="Asta San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162"/>
              </a:spcBef>
              <a:spcAft>
                <a:spcPts val="0"/>
              </a:spcAft>
              <a:buNone/>
            </a:pPr>
            <a:r>
              <a:rPr i="0" lang="ko-KR" sz="1075" u="none" cap="none" strike="noStrike">
                <a:solidFill>
                  <a:srgbClr val="404040"/>
                </a:solidFill>
                <a:latin typeface="Asta Sans"/>
                <a:ea typeface="Asta Sans"/>
                <a:cs typeface="Asta Sans"/>
                <a:sym typeface="Asta Sans"/>
              </a:rPr>
              <a:t>Lee-Checker, Park-Assembler,</a:t>
            </a:r>
            <a:endParaRPr sz="1616">
              <a:latin typeface="Asta Sans"/>
              <a:ea typeface="Asta Sans"/>
              <a:cs typeface="Asta Sans"/>
              <a:sym typeface="Asta San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162"/>
              </a:spcBef>
              <a:spcAft>
                <a:spcPts val="0"/>
              </a:spcAft>
              <a:buNone/>
            </a:pPr>
            <a:r>
              <a:rPr i="0" lang="ko-KR" sz="1075" u="none" cap="none" strike="noStrike">
                <a:solidFill>
                  <a:srgbClr val="404040"/>
                </a:solidFill>
                <a:latin typeface="Asta Sans"/>
                <a:ea typeface="Asta Sans"/>
                <a:cs typeface="Asta Sans"/>
                <a:sym typeface="Asta Sans"/>
              </a:rPr>
              <a:t>Hong/Ryu-Executor, Kwon-Env</a:t>
            </a:r>
            <a:endParaRPr sz="1616">
              <a:latin typeface="Asta Sans"/>
              <a:ea typeface="Asta Sans"/>
              <a:cs typeface="Asta Sans"/>
              <a:sym typeface="Asta Sans"/>
            </a:endParaRPr>
          </a:p>
        </p:txBody>
      </p:sp>
      <p:sp>
        <p:nvSpPr>
          <p:cNvPr id="252" name="Google Shape;252;g3f4729efffc_14_1"/>
          <p:cNvSpPr/>
          <p:nvPr/>
        </p:nvSpPr>
        <p:spPr>
          <a:xfrm>
            <a:off x="5016605" y="1673973"/>
            <a:ext cx="2158800" cy="1287000"/>
          </a:xfrm>
          <a:prstGeom prst="roundRect">
            <a:avLst>
              <a:gd fmla="val 8000" name="adj"/>
            </a:avLst>
          </a:prstGeom>
          <a:solidFill>
            <a:srgbClr val="F2F6F9"/>
          </a:solidFill>
          <a:ln cap="flat" cmpd="sng" w="10325">
            <a:solidFill>
              <a:srgbClr val="15608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9500" lIns="118825" spcFirstLastPara="1" rIns="118825" wrap="square" tIns="693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ko-KR" sz="1454" u="none" cap="none" strike="noStrike">
                <a:solidFill>
                  <a:srgbClr val="156082"/>
                </a:solidFill>
                <a:latin typeface="Asta Sans"/>
                <a:ea typeface="Asta Sans"/>
                <a:cs typeface="Asta Sans"/>
                <a:sym typeface="Asta Sans"/>
              </a:rPr>
              <a:t>Review</a:t>
            </a:r>
            <a:endParaRPr sz="1616">
              <a:latin typeface="Asta Sans"/>
              <a:ea typeface="Asta Sans"/>
              <a:cs typeface="Asta Sans"/>
              <a:sym typeface="Asta San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162"/>
              </a:spcBef>
              <a:spcAft>
                <a:spcPts val="0"/>
              </a:spcAft>
              <a:buNone/>
            </a:pPr>
            <a:r>
              <a:rPr lang="ko-KR" sz="1075">
                <a:solidFill>
                  <a:srgbClr val="404040"/>
                </a:solidFill>
                <a:latin typeface="Asta Sans"/>
                <a:ea typeface="Asta Sans"/>
                <a:cs typeface="Asta Sans"/>
                <a:sym typeface="Asta Sans"/>
              </a:rPr>
              <a:t>인터페이스 스펙</a:t>
            </a:r>
            <a:endParaRPr sz="1075">
              <a:solidFill>
                <a:srgbClr val="404040"/>
              </a:solidFill>
              <a:latin typeface="Asta Sans"/>
              <a:ea typeface="Asta Sans"/>
              <a:cs typeface="Asta Sans"/>
              <a:sym typeface="Asta Sans"/>
            </a:endParaRPr>
          </a:p>
          <a:p>
            <a:pPr indent="0" lvl="0" marL="0" rtl="0" algn="l">
              <a:spcBef>
                <a:spcPts val="162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lang="ko-KR" sz="1075">
                <a:solidFill>
                  <a:srgbClr val="404040"/>
                </a:solidFill>
                <a:latin typeface="Asta Sans"/>
                <a:ea typeface="Asta Sans"/>
                <a:cs typeface="Asta Sans"/>
                <a:sym typeface="Asta Sans"/>
              </a:rPr>
              <a:t>합동 리뷰로 확정</a:t>
            </a:r>
            <a:endParaRPr sz="1075">
              <a:solidFill>
                <a:srgbClr val="404040"/>
              </a:solidFill>
              <a:latin typeface="Asta Sans"/>
              <a:ea typeface="Asta Sans"/>
              <a:cs typeface="Asta Sans"/>
              <a:sym typeface="Asta San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162"/>
              </a:spcBef>
              <a:spcAft>
                <a:spcPts val="0"/>
              </a:spcAft>
              <a:buNone/>
            </a:pPr>
            <a:r>
              <a:rPr lang="ko-KR" sz="1075">
                <a:solidFill>
                  <a:srgbClr val="404040"/>
                </a:solidFill>
                <a:latin typeface="Asta Sans"/>
                <a:ea typeface="Asta Sans"/>
                <a:cs typeface="Asta Sans"/>
                <a:sym typeface="Asta Sans"/>
              </a:rPr>
              <a:t>(</a:t>
            </a:r>
            <a:r>
              <a:rPr i="0" lang="ko-KR" sz="1075" u="none" cap="none" strike="noStrike">
                <a:solidFill>
                  <a:srgbClr val="404040"/>
                </a:solidFill>
                <a:latin typeface="Asta Sans"/>
                <a:ea typeface="Asta Sans"/>
                <a:cs typeface="Asta Sans"/>
                <a:sym typeface="Asta Sans"/>
              </a:rPr>
              <a:t>unit-io-spec.md /</a:t>
            </a:r>
            <a:endParaRPr sz="1616">
              <a:latin typeface="Asta Sans"/>
              <a:ea typeface="Asta Sans"/>
              <a:cs typeface="Asta Sans"/>
              <a:sym typeface="Asta San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162"/>
              </a:spcBef>
              <a:spcAft>
                <a:spcPts val="0"/>
              </a:spcAft>
              <a:buNone/>
            </a:pPr>
            <a:r>
              <a:rPr i="0" lang="ko-KR" sz="1075" u="none" cap="none" strike="noStrike">
                <a:solidFill>
                  <a:srgbClr val="404040"/>
                </a:solidFill>
                <a:latin typeface="Asta Sans"/>
                <a:ea typeface="Asta Sans"/>
                <a:cs typeface="Asta Sans"/>
                <a:sym typeface="Asta Sans"/>
              </a:rPr>
              <a:t>program-tree-struct-spec.md)</a:t>
            </a:r>
            <a:endParaRPr sz="1616">
              <a:latin typeface="Asta Sans"/>
              <a:ea typeface="Asta Sans"/>
              <a:cs typeface="Asta Sans"/>
              <a:sym typeface="Asta Sans"/>
            </a:endParaRPr>
          </a:p>
        </p:txBody>
      </p:sp>
      <p:sp>
        <p:nvSpPr>
          <p:cNvPr id="253" name="Google Shape;253;g3f4729efffc_14_1"/>
          <p:cNvSpPr/>
          <p:nvPr/>
        </p:nvSpPr>
        <p:spPr>
          <a:xfrm>
            <a:off x="7373389" y="1673973"/>
            <a:ext cx="2158800" cy="1287000"/>
          </a:xfrm>
          <a:prstGeom prst="roundRect">
            <a:avLst>
              <a:gd fmla="val 8000" name="adj"/>
            </a:avLst>
          </a:prstGeom>
          <a:solidFill>
            <a:srgbClr val="F2F6F9"/>
          </a:solidFill>
          <a:ln cap="flat" cmpd="sng" w="10325">
            <a:solidFill>
              <a:srgbClr val="15608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9500" lIns="118825" spcFirstLastPara="1" rIns="118825" wrap="square" tIns="693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ko-KR" sz="1454" u="none" cap="none" strike="noStrike">
                <a:solidFill>
                  <a:srgbClr val="156082"/>
                </a:solidFill>
                <a:latin typeface="Asta Sans"/>
                <a:ea typeface="Asta Sans"/>
                <a:cs typeface="Asta Sans"/>
                <a:sym typeface="Asta Sans"/>
              </a:rPr>
              <a:t>Sync</a:t>
            </a:r>
            <a:endParaRPr sz="1616">
              <a:latin typeface="Asta Sans"/>
              <a:ea typeface="Asta Sans"/>
              <a:cs typeface="Asta Sans"/>
              <a:sym typeface="Asta San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162"/>
              </a:spcBef>
              <a:spcAft>
                <a:spcPts val="0"/>
              </a:spcAft>
              <a:buNone/>
            </a:pPr>
            <a:r>
              <a:rPr i="0" lang="ko-KR" sz="1075" u="none" cap="none" strike="noStrike">
                <a:solidFill>
                  <a:srgbClr val="404040"/>
                </a:solidFill>
                <a:latin typeface="Asta Sans"/>
                <a:ea typeface="Asta Sans"/>
                <a:cs typeface="Asta Sans"/>
                <a:sym typeface="Asta Sans"/>
              </a:rPr>
              <a:t>공통 AST/enum stub</a:t>
            </a:r>
            <a:endParaRPr sz="1616">
              <a:latin typeface="Asta Sans"/>
              <a:ea typeface="Asta Sans"/>
              <a:cs typeface="Asta Sans"/>
              <a:sym typeface="Asta San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162"/>
              </a:spcBef>
              <a:spcAft>
                <a:spcPts val="0"/>
              </a:spcAft>
              <a:buNone/>
            </a:pPr>
            <a:r>
              <a:rPr i="0" lang="ko-KR" sz="1075" u="none" cap="none" strike="noStrike">
                <a:solidFill>
                  <a:srgbClr val="404040"/>
                </a:solidFill>
                <a:latin typeface="Asta Sans"/>
                <a:ea typeface="Asta Sans"/>
                <a:cs typeface="Asta Sans"/>
                <a:sym typeface="Asta Sans"/>
              </a:rPr>
              <a:t>구현 &amp; PR 병합으로</a:t>
            </a:r>
            <a:endParaRPr sz="1616">
              <a:latin typeface="Asta Sans"/>
              <a:ea typeface="Asta Sans"/>
              <a:cs typeface="Asta Sans"/>
              <a:sym typeface="Asta San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162"/>
              </a:spcBef>
              <a:spcAft>
                <a:spcPts val="0"/>
              </a:spcAft>
              <a:buNone/>
            </a:pPr>
            <a:r>
              <a:rPr i="0" lang="ko-KR" sz="1075" u="none" cap="none" strike="noStrike">
                <a:solidFill>
                  <a:srgbClr val="404040"/>
                </a:solidFill>
                <a:latin typeface="Asta Sans"/>
                <a:ea typeface="Asta Sans"/>
                <a:cs typeface="Asta Sans"/>
                <a:sym typeface="Asta Sans"/>
              </a:rPr>
              <a:t>베이스라인 확정</a:t>
            </a:r>
            <a:endParaRPr sz="1616">
              <a:latin typeface="Asta Sans"/>
              <a:ea typeface="Asta Sans"/>
              <a:cs typeface="Asta Sans"/>
              <a:sym typeface="Asta Sans"/>
            </a:endParaRPr>
          </a:p>
        </p:txBody>
      </p:sp>
      <p:sp>
        <p:nvSpPr>
          <p:cNvPr id="254" name="Google Shape;254;g3f4729efffc_14_1"/>
          <p:cNvSpPr/>
          <p:nvPr/>
        </p:nvSpPr>
        <p:spPr>
          <a:xfrm>
            <a:off x="9730172" y="1673973"/>
            <a:ext cx="2158800" cy="1287000"/>
          </a:xfrm>
          <a:prstGeom prst="roundRect">
            <a:avLst>
              <a:gd fmla="val 8000" name="adj"/>
            </a:avLst>
          </a:prstGeom>
          <a:solidFill>
            <a:srgbClr val="F2F6F9"/>
          </a:solidFill>
          <a:ln cap="flat" cmpd="sng" w="20625">
            <a:solidFill>
              <a:srgbClr val="15608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9500" lIns="118825" spcFirstLastPara="1" rIns="118825" wrap="square" tIns="693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ko-KR" sz="1454" u="none" cap="none" strike="noStrike">
                <a:solidFill>
                  <a:srgbClr val="156082"/>
                </a:solidFill>
                <a:latin typeface="Asta Sans"/>
                <a:ea typeface="Asta Sans"/>
                <a:cs typeface="Asta Sans"/>
                <a:sym typeface="Asta Sans"/>
              </a:rPr>
              <a:t>Parallel</a:t>
            </a:r>
            <a:endParaRPr sz="1616">
              <a:latin typeface="Asta Sans"/>
              <a:ea typeface="Asta Sans"/>
              <a:cs typeface="Asta Sans"/>
              <a:sym typeface="Asta San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162"/>
              </a:spcBef>
              <a:spcAft>
                <a:spcPts val="0"/>
              </a:spcAft>
              <a:buNone/>
            </a:pPr>
            <a:r>
              <a:rPr i="0" lang="ko-KR" sz="1075" u="none" cap="none" strike="noStrike">
                <a:solidFill>
                  <a:srgbClr val="404040"/>
                </a:solidFill>
                <a:latin typeface="Asta Sans"/>
                <a:ea typeface="Asta Sans"/>
                <a:cs typeface="Asta Sans"/>
                <a:sym typeface="Asta Sans"/>
              </a:rPr>
              <a:t>Assembler/Checker/</a:t>
            </a:r>
            <a:endParaRPr sz="1616">
              <a:latin typeface="Asta Sans"/>
              <a:ea typeface="Asta Sans"/>
              <a:cs typeface="Asta Sans"/>
              <a:sym typeface="Asta San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162"/>
              </a:spcBef>
              <a:spcAft>
                <a:spcPts val="0"/>
              </a:spcAft>
              <a:buNone/>
            </a:pPr>
            <a:r>
              <a:rPr i="0" lang="ko-KR" sz="1075" u="none" cap="none" strike="noStrike">
                <a:solidFill>
                  <a:srgbClr val="404040"/>
                </a:solidFill>
                <a:latin typeface="Asta Sans"/>
                <a:ea typeface="Asta Sans"/>
                <a:cs typeface="Asta Sans"/>
                <a:sym typeface="Asta Sans"/>
              </a:rPr>
              <a:t>Executor 각자 TDD</a:t>
            </a:r>
            <a:endParaRPr sz="1616">
              <a:latin typeface="Asta Sans"/>
              <a:ea typeface="Asta Sans"/>
              <a:cs typeface="Asta Sans"/>
              <a:sym typeface="Asta San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162"/>
              </a:spcBef>
              <a:spcAft>
                <a:spcPts val="0"/>
              </a:spcAft>
              <a:buNone/>
            </a:pPr>
            <a:r>
              <a:rPr i="0" lang="ko-KR" sz="1075" u="none" cap="none" strike="noStrike">
                <a:solidFill>
                  <a:srgbClr val="404040"/>
                </a:solidFill>
                <a:latin typeface="Asta Sans"/>
                <a:ea typeface="Asta Sans"/>
                <a:cs typeface="Asta Sans"/>
                <a:sym typeface="Asta Sans"/>
              </a:rPr>
              <a:t>Red-Green 독립 구현</a:t>
            </a:r>
            <a:endParaRPr sz="1616">
              <a:latin typeface="Asta Sans"/>
              <a:ea typeface="Asta Sans"/>
              <a:cs typeface="Asta Sans"/>
              <a:sym typeface="Asta Sans"/>
            </a:endParaRPr>
          </a:p>
        </p:txBody>
      </p:sp>
      <p:sp>
        <p:nvSpPr>
          <p:cNvPr id="255" name="Google Shape;255;g3f4729efffc_14_1"/>
          <p:cNvSpPr/>
          <p:nvPr/>
        </p:nvSpPr>
        <p:spPr>
          <a:xfrm>
            <a:off x="1590356" y="3208855"/>
            <a:ext cx="1940700" cy="158700"/>
          </a:xfrm>
          <a:prstGeom prst="rightArrow">
            <a:avLst>
              <a:gd fmla="val 50000" name="adj1"/>
              <a:gd fmla="val 50000" name="adj2"/>
            </a:avLst>
          </a:prstGeom>
          <a:solidFill>
            <a:srgbClr val="156082"/>
          </a:solidFill>
          <a:ln>
            <a:noFill/>
          </a:ln>
        </p:spPr>
        <p:txBody>
          <a:bodyPr anchorCtr="0" anchor="ctr" bIns="49500" lIns="99000" spcFirstLastPara="1" rIns="99000" wrap="square" tIns="495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i="0" sz="1616" u="none" cap="none" strike="noStrike">
              <a:solidFill>
                <a:srgbClr val="FFFFFF"/>
              </a:solidFill>
              <a:latin typeface="Asta Sans"/>
              <a:ea typeface="Asta Sans"/>
              <a:cs typeface="Asta Sans"/>
              <a:sym typeface="Asta Sans"/>
            </a:endParaRPr>
          </a:p>
        </p:txBody>
      </p:sp>
      <p:sp>
        <p:nvSpPr>
          <p:cNvPr id="256" name="Google Shape;256;g3f4729efffc_14_1"/>
          <p:cNvSpPr/>
          <p:nvPr/>
        </p:nvSpPr>
        <p:spPr>
          <a:xfrm>
            <a:off x="3947140" y="3208855"/>
            <a:ext cx="1940700" cy="158700"/>
          </a:xfrm>
          <a:prstGeom prst="rightArrow">
            <a:avLst>
              <a:gd fmla="val 50000" name="adj1"/>
              <a:gd fmla="val 50000" name="adj2"/>
            </a:avLst>
          </a:prstGeom>
          <a:solidFill>
            <a:srgbClr val="156082"/>
          </a:solidFill>
          <a:ln>
            <a:noFill/>
          </a:ln>
        </p:spPr>
        <p:txBody>
          <a:bodyPr anchorCtr="0" anchor="ctr" bIns="49500" lIns="99000" spcFirstLastPara="1" rIns="99000" wrap="square" tIns="495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i="0" sz="1616" u="none" cap="none" strike="noStrike">
              <a:solidFill>
                <a:srgbClr val="FFFFFF"/>
              </a:solidFill>
              <a:latin typeface="Asta Sans"/>
              <a:ea typeface="Asta Sans"/>
              <a:cs typeface="Asta Sans"/>
              <a:sym typeface="Asta Sans"/>
            </a:endParaRPr>
          </a:p>
        </p:txBody>
      </p:sp>
      <p:sp>
        <p:nvSpPr>
          <p:cNvPr id="257" name="Google Shape;257;g3f4729efffc_14_1"/>
          <p:cNvSpPr/>
          <p:nvPr/>
        </p:nvSpPr>
        <p:spPr>
          <a:xfrm>
            <a:off x="6303924" y="3208855"/>
            <a:ext cx="1940700" cy="158700"/>
          </a:xfrm>
          <a:prstGeom prst="rightArrow">
            <a:avLst>
              <a:gd fmla="val 50000" name="adj1"/>
              <a:gd fmla="val 50000" name="adj2"/>
            </a:avLst>
          </a:prstGeom>
          <a:solidFill>
            <a:srgbClr val="156082"/>
          </a:solidFill>
          <a:ln>
            <a:noFill/>
          </a:ln>
        </p:spPr>
        <p:txBody>
          <a:bodyPr anchorCtr="0" anchor="ctr" bIns="49500" lIns="99000" spcFirstLastPara="1" rIns="99000" wrap="square" tIns="495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i="0" sz="1616" u="none" cap="none" strike="noStrike">
              <a:solidFill>
                <a:srgbClr val="FFFFFF"/>
              </a:solidFill>
              <a:latin typeface="Asta Sans"/>
              <a:ea typeface="Asta Sans"/>
              <a:cs typeface="Asta Sans"/>
              <a:sym typeface="Asta Sans"/>
            </a:endParaRPr>
          </a:p>
        </p:txBody>
      </p:sp>
      <p:sp>
        <p:nvSpPr>
          <p:cNvPr id="258" name="Google Shape;258;g3f4729efffc_14_1"/>
          <p:cNvSpPr/>
          <p:nvPr/>
        </p:nvSpPr>
        <p:spPr>
          <a:xfrm>
            <a:off x="8660707" y="3208855"/>
            <a:ext cx="1940700" cy="158700"/>
          </a:xfrm>
          <a:prstGeom prst="rightArrow">
            <a:avLst>
              <a:gd fmla="val 50000" name="adj1"/>
              <a:gd fmla="val 50000" name="adj2"/>
            </a:avLst>
          </a:prstGeom>
          <a:solidFill>
            <a:srgbClr val="156082"/>
          </a:solidFill>
          <a:ln>
            <a:noFill/>
          </a:ln>
        </p:spPr>
        <p:txBody>
          <a:bodyPr anchorCtr="0" anchor="ctr" bIns="49500" lIns="99000" spcFirstLastPara="1" rIns="99000" wrap="square" tIns="495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i="0" sz="1616" u="none" cap="none" strike="noStrike">
              <a:solidFill>
                <a:srgbClr val="FFFFFF"/>
              </a:solidFill>
              <a:latin typeface="Asta Sans"/>
              <a:ea typeface="Asta Sans"/>
              <a:cs typeface="Asta Sans"/>
              <a:sym typeface="Asta Sans"/>
            </a:endParaRPr>
          </a:p>
        </p:txBody>
      </p:sp>
      <p:sp>
        <p:nvSpPr>
          <p:cNvPr id="259" name="Google Shape;259;g3f4729efffc_14_1"/>
          <p:cNvSpPr/>
          <p:nvPr/>
        </p:nvSpPr>
        <p:spPr>
          <a:xfrm>
            <a:off x="1174453" y="3080123"/>
            <a:ext cx="415800" cy="415800"/>
          </a:xfrm>
          <a:prstGeom prst="ellipse">
            <a:avLst/>
          </a:prstGeom>
          <a:solidFill>
            <a:srgbClr val="156082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ko-KR" sz="1508" u="none" cap="none" strike="noStrike">
                <a:solidFill>
                  <a:srgbClr val="FFFFFF"/>
                </a:solidFill>
                <a:latin typeface="Asta Sans"/>
                <a:ea typeface="Asta Sans"/>
                <a:cs typeface="Asta Sans"/>
                <a:sym typeface="Asta Sans"/>
              </a:rPr>
              <a:t>1</a:t>
            </a:r>
            <a:endParaRPr sz="1616">
              <a:latin typeface="Asta Sans"/>
              <a:ea typeface="Asta Sans"/>
              <a:cs typeface="Asta Sans"/>
              <a:sym typeface="Asta Sans"/>
            </a:endParaRPr>
          </a:p>
        </p:txBody>
      </p:sp>
      <p:sp>
        <p:nvSpPr>
          <p:cNvPr id="260" name="Google Shape;260;g3f4729efffc_14_1"/>
          <p:cNvSpPr txBox="1"/>
          <p:nvPr/>
        </p:nvSpPr>
        <p:spPr>
          <a:xfrm>
            <a:off x="303038" y="3525734"/>
            <a:ext cx="2158800" cy="298800"/>
          </a:xfrm>
          <a:prstGeom prst="rect">
            <a:avLst/>
          </a:prstGeom>
          <a:noFill/>
          <a:ln>
            <a:noFill/>
          </a:ln>
        </p:spPr>
        <p:txBody>
          <a:bodyPr anchorCtr="0" anchor="t" bIns="49500" lIns="99000" spcFirstLastPara="1" rIns="99000" wrap="square" tIns="495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ko-KR" sz="1291">
                <a:solidFill>
                  <a:srgbClr val="0E2841"/>
                </a:solidFill>
                <a:latin typeface="Asta Sans"/>
                <a:ea typeface="Asta Sans"/>
                <a:cs typeface="Asta Sans"/>
                <a:sym typeface="Asta Sans"/>
              </a:rPr>
              <a:t>초기 spec 작성</a:t>
            </a:r>
            <a:endParaRPr sz="1616">
              <a:latin typeface="Asta Sans"/>
              <a:ea typeface="Asta Sans"/>
              <a:cs typeface="Asta Sans"/>
              <a:sym typeface="Asta Sans"/>
            </a:endParaRPr>
          </a:p>
        </p:txBody>
      </p:sp>
      <p:sp>
        <p:nvSpPr>
          <p:cNvPr id="261" name="Google Shape;261;g3f4729efffc_14_1"/>
          <p:cNvSpPr/>
          <p:nvPr/>
        </p:nvSpPr>
        <p:spPr>
          <a:xfrm>
            <a:off x="3531237" y="3080123"/>
            <a:ext cx="415800" cy="415800"/>
          </a:xfrm>
          <a:prstGeom prst="ellipse">
            <a:avLst/>
          </a:prstGeom>
          <a:solidFill>
            <a:srgbClr val="156082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ko-KR" sz="1508" u="none" cap="none" strike="noStrike">
                <a:solidFill>
                  <a:srgbClr val="FFFFFF"/>
                </a:solidFill>
                <a:latin typeface="Asta Sans"/>
                <a:ea typeface="Asta Sans"/>
                <a:cs typeface="Asta Sans"/>
                <a:sym typeface="Asta Sans"/>
              </a:rPr>
              <a:t>2</a:t>
            </a:r>
            <a:endParaRPr sz="1616">
              <a:latin typeface="Asta Sans"/>
              <a:ea typeface="Asta Sans"/>
              <a:cs typeface="Asta Sans"/>
              <a:sym typeface="Asta Sans"/>
            </a:endParaRPr>
          </a:p>
        </p:txBody>
      </p:sp>
      <p:sp>
        <p:nvSpPr>
          <p:cNvPr id="262" name="Google Shape;262;g3f4729efffc_14_1"/>
          <p:cNvSpPr txBox="1"/>
          <p:nvPr/>
        </p:nvSpPr>
        <p:spPr>
          <a:xfrm>
            <a:off x="2659821" y="3525734"/>
            <a:ext cx="2158800" cy="298800"/>
          </a:xfrm>
          <a:prstGeom prst="rect">
            <a:avLst/>
          </a:prstGeom>
          <a:noFill/>
          <a:ln>
            <a:noFill/>
          </a:ln>
        </p:spPr>
        <p:txBody>
          <a:bodyPr anchorCtr="0" anchor="t" bIns="49500" lIns="99000" spcFirstLastPara="1" rIns="99000" wrap="square" tIns="495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ko-KR" sz="1291">
                <a:solidFill>
                  <a:srgbClr val="0E2841"/>
                </a:solidFill>
                <a:latin typeface="Asta Sans"/>
                <a:ea typeface="Asta Sans"/>
                <a:cs typeface="Asta Sans"/>
                <a:sym typeface="Asta Sans"/>
              </a:rPr>
              <a:t>역할 분담</a:t>
            </a:r>
            <a:endParaRPr sz="1616">
              <a:latin typeface="Asta Sans"/>
              <a:ea typeface="Asta Sans"/>
              <a:cs typeface="Asta Sans"/>
              <a:sym typeface="Asta Sans"/>
            </a:endParaRPr>
          </a:p>
        </p:txBody>
      </p:sp>
      <p:sp>
        <p:nvSpPr>
          <p:cNvPr id="263" name="Google Shape;263;g3f4729efffc_14_1"/>
          <p:cNvSpPr/>
          <p:nvPr/>
        </p:nvSpPr>
        <p:spPr>
          <a:xfrm>
            <a:off x="5888021" y="3080123"/>
            <a:ext cx="415800" cy="415800"/>
          </a:xfrm>
          <a:prstGeom prst="ellipse">
            <a:avLst/>
          </a:prstGeom>
          <a:solidFill>
            <a:srgbClr val="156082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ko-KR" sz="1508" u="none" cap="none" strike="noStrike">
                <a:solidFill>
                  <a:srgbClr val="FFFFFF"/>
                </a:solidFill>
                <a:latin typeface="Asta Sans"/>
                <a:ea typeface="Asta Sans"/>
                <a:cs typeface="Asta Sans"/>
                <a:sym typeface="Asta Sans"/>
              </a:rPr>
              <a:t>3</a:t>
            </a:r>
            <a:endParaRPr sz="1616">
              <a:latin typeface="Asta Sans"/>
              <a:ea typeface="Asta Sans"/>
              <a:cs typeface="Asta Sans"/>
              <a:sym typeface="Asta Sans"/>
            </a:endParaRPr>
          </a:p>
        </p:txBody>
      </p:sp>
      <p:sp>
        <p:nvSpPr>
          <p:cNvPr id="264" name="Google Shape;264;g3f4729efffc_14_1"/>
          <p:cNvSpPr txBox="1"/>
          <p:nvPr/>
        </p:nvSpPr>
        <p:spPr>
          <a:xfrm>
            <a:off x="5016605" y="3525734"/>
            <a:ext cx="2158800" cy="298800"/>
          </a:xfrm>
          <a:prstGeom prst="rect">
            <a:avLst/>
          </a:prstGeom>
          <a:noFill/>
          <a:ln>
            <a:noFill/>
          </a:ln>
        </p:spPr>
        <p:txBody>
          <a:bodyPr anchorCtr="0" anchor="t" bIns="49500" lIns="99000" spcFirstLastPara="1" rIns="99000" wrap="square" tIns="495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ko-KR" sz="1291" u="none" cap="none" strike="noStrike">
                <a:solidFill>
                  <a:srgbClr val="0E2841"/>
                </a:solidFill>
                <a:latin typeface="Asta Sans"/>
                <a:ea typeface="Asta Sans"/>
                <a:cs typeface="Asta Sans"/>
                <a:sym typeface="Asta Sans"/>
              </a:rPr>
              <a:t>Spec 확정</a:t>
            </a:r>
            <a:endParaRPr sz="1616">
              <a:latin typeface="Asta Sans"/>
              <a:ea typeface="Asta Sans"/>
              <a:cs typeface="Asta Sans"/>
              <a:sym typeface="Asta Sans"/>
            </a:endParaRPr>
          </a:p>
        </p:txBody>
      </p:sp>
      <p:sp>
        <p:nvSpPr>
          <p:cNvPr id="265" name="Google Shape;265;g3f4729efffc_14_1"/>
          <p:cNvSpPr/>
          <p:nvPr/>
        </p:nvSpPr>
        <p:spPr>
          <a:xfrm>
            <a:off x="8244804" y="3080123"/>
            <a:ext cx="415800" cy="415800"/>
          </a:xfrm>
          <a:prstGeom prst="ellipse">
            <a:avLst/>
          </a:prstGeom>
          <a:solidFill>
            <a:srgbClr val="156082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ko-KR" sz="1508" u="none" cap="none" strike="noStrike">
                <a:solidFill>
                  <a:srgbClr val="FFFFFF"/>
                </a:solidFill>
                <a:latin typeface="Asta Sans"/>
                <a:ea typeface="Asta Sans"/>
                <a:cs typeface="Asta Sans"/>
                <a:sym typeface="Asta Sans"/>
              </a:rPr>
              <a:t>4</a:t>
            </a:r>
            <a:endParaRPr sz="1616">
              <a:latin typeface="Asta Sans"/>
              <a:ea typeface="Asta Sans"/>
              <a:cs typeface="Asta Sans"/>
              <a:sym typeface="Asta Sans"/>
            </a:endParaRPr>
          </a:p>
        </p:txBody>
      </p:sp>
      <p:sp>
        <p:nvSpPr>
          <p:cNvPr id="266" name="Google Shape;266;g3f4729efffc_14_1"/>
          <p:cNvSpPr txBox="1"/>
          <p:nvPr/>
        </p:nvSpPr>
        <p:spPr>
          <a:xfrm>
            <a:off x="7373389" y="3525734"/>
            <a:ext cx="2158800" cy="298800"/>
          </a:xfrm>
          <a:prstGeom prst="rect">
            <a:avLst/>
          </a:prstGeom>
          <a:noFill/>
          <a:ln>
            <a:noFill/>
          </a:ln>
        </p:spPr>
        <p:txBody>
          <a:bodyPr anchorCtr="0" anchor="t" bIns="49500" lIns="99000" spcFirstLastPara="1" rIns="99000" wrap="square" tIns="495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ko-KR" sz="1291" u="none" cap="none" strike="noStrike">
                <a:solidFill>
                  <a:srgbClr val="0E2841"/>
                </a:solidFill>
                <a:latin typeface="Asta Sans"/>
                <a:ea typeface="Asta Sans"/>
                <a:cs typeface="Asta Sans"/>
                <a:sym typeface="Asta Sans"/>
              </a:rPr>
              <a:t>베이스라인 확정</a:t>
            </a:r>
            <a:endParaRPr sz="1616">
              <a:latin typeface="Asta Sans"/>
              <a:ea typeface="Asta Sans"/>
              <a:cs typeface="Asta Sans"/>
              <a:sym typeface="Asta Sans"/>
            </a:endParaRPr>
          </a:p>
        </p:txBody>
      </p:sp>
      <p:sp>
        <p:nvSpPr>
          <p:cNvPr id="267" name="Google Shape;267;g3f4729efffc_14_1"/>
          <p:cNvSpPr/>
          <p:nvPr/>
        </p:nvSpPr>
        <p:spPr>
          <a:xfrm>
            <a:off x="10601588" y="3080123"/>
            <a:ext cx="415800" cy="415800"/>
          </a:xfrm>
          <a:prstGeom prst="ellipse">
            <a:avLst/>
          </a:prstGeom>
          <a:solidFill>
            <a:srgbClr val="156082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ko-KR" sz="1508" u="none" cap="none" strike="noStrike">
                <a:solidFill>
                  <a:srgbClr val="FFFFFF"/>
                </a:solidFill>
                <a:latin typeface="Asta Sans"/>
                <a:ea typeface="Asta Sans"/>
                <a:cs typeface="Asta Sans"/>
                <a:sym typeface="Asta Sans"/>
              </a:rPr>
              <a:t>5</a:t>
            </a:r>
            <a:endParaRPr sz="1616">
              <a:latin typeface="Asta Sans"/>
              <a:ea typeface="Asta Sans"/>
              <a:cs typeface="Asta Sans"/>
              <a:sym typeface="Asta Sans"/>
            </a:endParaRPr>
          </a:p>
        </p:txBody>
      </p:sp>
      <p:sp>
        <p:nvSpPr>
          <p:cNvPr id="268" name="Google Shape;268;g3f4729efffc_14_1"/>
          <p:cNvSpPr txBox="1"/>
          <p:nvPr/>
        </p:nvSpPr>
        <p:spPr>
          <a:xfrm>
            <a:off x="9730172" y="3525734"/>
            <a:ext cx="2158800" cy="298800"/>
          </a:xfrm>
          <a:prstGeom prst="rect">
            <a:avLst/>
          </a:prstGeom>
          <a:noFill/>
          <a:ln>
            <a:noFill/>
          </a:ln>
        </p:spPr>
        <p:txBody>
          <a:bodyPr anchorCtr="0" anchor="t" bIns="49500" lIns="99000" spcFirstLastPara="1" rIns="99000" wrap="square" tIns="495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ko-KR" sz="1291" u="none" cap="none" strike="noStrike">
                <a:solidFill>
                  <a:srgbClr val="0E2841"/>
                </a:solidFill>
                <a:latin typeface="Asta Sans"/>
                <a:ea typeface="Asta Sans"/>
                <a:cs typeface="Asta Sans"/>
                <a:sym typeface="Asta Sans"/>
              </a:rPr>
              <a:t>독립 실행</a:t>
            </a:r>
            <a:endParaRPr sz="1616">
              <a:latin typeface="Asta Sans"/>
              <a:ea typeface="Asta Sans"/>
              <a:cs typeface="Asta Sans"/>
              <a:sym typeface="Asta Sans"/>
            </a:endParaRPr>
          </a:p>
        </p:txBody>
      </p:sp>
      <p:sp>
        <p:nvSpPr>
          <p:cNvPr id="269" name="Google Shape;269;g3f4729efffc_14_1"/>
          <p:cNvSpPr txBox="1"/>
          <p:nvPr/>
        </p:nvSpPr>
        <p:spPr>
          <a:xfrm>
            <a:off x="303038" y="3850994"/>
            <a:ext cx="5941200" cy="348900"/>
          </a:xfrm>
          <a:prstGeom prst="rect">
            <a:avLst/>
          </a:prstGeom>
          <a:noFill/>
          <a:ln>
            <a:noFill/>
          </a:ln>
        </p:spPr>
        <p:txBody>
          <a:bodyPr anchorCtr="0" anchor="t" bIns="49500" lIns="99000" spcFirstLastPara="1" rIns="99000" wrap="square" tIns="495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ko-KR" sz="1616" u="none" cap="none" strike="noStrike">
                <a:solidFill>
                  <a:srgbClr val="156082"/>
                </a:solidFill>
                <a:latin typeface="Asta Sans"/>
                <a:ea typeface="Asta Sans"/>
                <a:cs typeface="Asta Sans"/>
                <a:sym typeface="Asta Sans"/>
              </a:rPr>
              <a:t>추가 기능 구현</a:t>
            </a:r>
            <a:endParaRPr sz="1616">
              <a:latin typeface="Asta Sans"/>
              <a:ea typeface="Asta Sans"/>
              <a:cs typeface="Asta Sans"/>
              <a:sym typeface="Asta Sans"/>
            </a:endParaRPr>
          </a:p>
        </p:txBody>
      </p:sp>
      <p:sp>
        <p:nvSpPr>
          <p:cNvPr id="270" name="Google Shape;270;g3f4729efffc_14_1"/>
          <p:cNvSpPr/>
          <p:nvPr/>
        </p:nvSpPr>
        <p:spPr>
          <a:xfrm>
            <a:off x="303038" y="4179297"/>
            <a:ext cx="2158800" cy="1287000"/>
          </a:xfrm>
          <a:prstGeom prst="roundRect">
            <a:avLst>
              <a:gd fmla="val 8000" name="adj"/>
            </a:avLst>
          </a:prstGeom>
          <a:solidFill>
            <a:srgbClr val="F2F6F9"/>
          </a:solidFill>
          <a:ln cap="flat" cmpd="sng" w="10325">
            <a:solidFill>
              <a:srgbClr val="15608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9500" lIns="118825" spcFirstLastPara="1" rIns="118825" wrap="square" tIns="693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ko-KR" sz="1454" u="none" cap="none" strike="noStrike">
                <a:solidFill>
                  <a:srgbClr val="156082"/>
                </a:solidFill>
                <a:latin typeface="Asta Sans"/>
                <a:ea typeface="Asta Sans"/>
                <a:cs typeface="Asta Sans"/>
                <a:sym typeface="Asta Sans"/>
              </a:rPr>
              <a:t>Prep</a:t>
            </a:r>
            <a:endParaRPr sz="1616">
              <a:latin typeface="Asta Sans"/>
              <a:ea typeface="Asta Sans"/>
              <a:cs typeface="Asta Sans"/>
              <a:sym typeface="Asta San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162"/>
              </a:spcBef>
              <a:spcAft>
                <a:spcPts val="0"/>
              </a:spcAft>
              <a:buNone/>
            </a:pPr>
            <a:r>
              <a:rPr lang="ko-KR" sz="1075">
                <a:solidFill>
                  <a:srgbClr val="404040"/>
                </a:solidFill>
                <a:latin typeface="Asta Sans"/>
                <a:ea typeface="Asta Sans"/>
                <a:cs typeface="Asta Sans"/>
                <a:sym typeface="Asta Sans"/>
              </a:rPr>
              <a:t>요구 명세서</a:t>
            </a:r>
            <a:endParaRPr sz="1616">
              <a:latin typeface="Asta Sans"/>
              <a:ea typeface="Asta Sans"/>
              <a:cs typeface="Asta Sans"/>
              <a:sym typeface="Asta San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162"/>
              </a:spcBef>
              <a:spcAft>
                <a:spcPts val="0"/>
              </a:spcAft>
              <a:buNone/>
            </a:pPr>
            <a:r>
              <a:rPr i="0" lang="ko-KR" sz="1075" u="none" cap="none" strike="noStrike">
                <a:solidFill>
                  <a:srgbClr val="404040"/>
                </a:solidFill>
                <a:latin typeface="Asta Sans"/>
                <a:ea typeface="Asta Sans"/>
                <a:cs typeface="Asta Sans"/>
                <a:sym typeface="Asta Sans"/>
              </a:rPr>
              <a:t>additional-requirement-</a:t>
            </a:r>
            <a:endParaRPr sz="1616">
              <a:latin typeface="Asta Sans"/>
              <a:ea typeface="Asta Sans"/>
              <a:cs typeface="Asta Sans"/>
              <a:sym typeface="Asta San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162"/>
              </a:spcBef>
              <a:spcAft>
                <a:spcPts val="0"/>
              </a:spcAft>
              <a:buNone/>
            </a:pPr>
            <a:r>
              <a:rPr i="0" lang="ko-KR" sz="1075" u="none" cap="none" strike="noStrike">
                <a:solidFill>
                  <a:srgbClr val="404040"/>
                </a:solidFill>
                <a:latin typeface="Asta Sans"/>
                <a:ea typeface="Asta Sans"/>
                <a:cs typeface="Asta Sans"/>
                <a:sym typeface="Asta Sans"/>
              </a:rPr>
              <a:t>impl-spec.md 초안 작성</a:t>
            </a:r>
            <a:endParaRPr sz="1616">
              <a:latin typeface="Asta Sans"/>
              <a:ea typeface="Asta Sans"/>
              <a:cs typeface="Asta Sans"/>
              <a:sym typeface="Asta Sans"/>
            </a:endParaRPr>
          </a:p>
        </p:txBody>
      </p:sp>
      <p:sp>
        <p:nvSpPr>
          <p:cNvPr id="271" name="Google Shape;271;g3f4729efffc_14_1"/>
          <p:cNvSpPr/>
          <p:nvPr/>
        </p:nvSpPr>
        <p:spPr>
          <a:xfrm>
            <a:off x="2659821" y="4179297"/>
            <a:ext cx="2158800" cy="1287000"/>
          </a:xfrm>
          <a:prstGeom prst="roundRect">
            <a:avLst>
              <a:gd fmla="val 8000" name="adj"/>
            </a:avLst>
          </a:prstGeom>
          <a:solidFill>
            <a:srgbClr val="F2F6F9"/>
          </a:solidFill>
          <a:ln cap="flat" cmpd="sng" w="10325">
            <a:solidFill>
              <a:srgbClr val="15608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9500" lIns="118825" spcFirstLastPara="1" rIns="118825" wrap="square" tIns="693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ko-KR" sz="1454" u="none" cap="none" strike="noStrike">
                <a:solidFill>
                  <a:srgbClr val="156082"/>
                </a:solidFill>
                <a:latin typeface="Asta Sans"/>
                <a:ea typeface="Asta Sans"/>
                <a:cs typeface="Asta Sans"/>
                <a:sym typeface="Asta Sans"/>
              </a:rPr>
              <a:t>Roles</a:t>
            </a:r>
            <a:endParaRPr sz="1616">
              <a:latin typeface="Asta Sans"/>
              <a:ea typeface="Asta Sans"/>
              <a:cs typeface="Asta Sans"/>
              <a:sym typeface="Asta San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162"/>
              </a:spcBef>
              <a:spcAft>
                <a:spcPts val="0"/>
              </a:spcAft>
              <a:buNone/>
            </a:pPr>
            <a:r>
              <a:rPr i="0" lang="ko-KR" sz="1075" u="none" cap="none" strike="noStrike">
                <a:solidFill>
                  <a:srgbClr val="404040"/>
                </a:solidFill>
                <a:latin typeface="Asta Sans"/>
                <a:ea typeface="Asta Sans"/>
                <a:cs typeface="Asta Sans"/>
                <a:sym typeface="Asta Sans"/>
              </a:rPr>
              <a:t>배열-Hong, 클래스-Park,</a:t>
            </a:r>
            <a:endParaRPr sz="1616">
              <a:latin typeface="Asta Sans"/>
              <a:ea typeface="Asta Sans"/>
              <a:cs typeface="Asta Sans"/>
              <a:sym typeface="Asta San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162"/>
              </a:spcBef>
              <a:spcAft>
                <a:spcPts val="0"/>
              </a:spcAft>
              <a:buNone/>
            </a:pPr>
            <a:r>
              <a:rPr i="0" lang="ko-KR" sz="1075" u="none" cap="none" strike="noStrike">
                <a:solidFill>
                  <a:srgbClr val="404040"/>
                </a:solidFill>
                <a:latin typeface="Asta Sans"/>
                <a:ea typeface="Asta Sans"/>
                <a:cs typeface="Asta Sans"/>
                <a:sym typeface="Asta Sans"/>
              </a:rPr>
              <a:t>함수-Lee, 최적화-Kwon,</a:t>
            </a:r>
            <a:endParaRPr sz="1616">
              <a:latin typeface="Asta Sans"/>
              <a:ea typeface="Asta Sans"/>
              <a:cs typeface="Asta Sans"/>
              <a:sym typeface="Asta San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162"/>
              </a:spcBef>
              <a:spcAft>
                <a:spcPts val="0"/>
              </a:spcAft>
              <a:buNone/>
            </a:pPr>
            <a:r>
              <a:rPr i="0" lang="ko-KR" sz="1075" u="none" cap="none" strike="noStrike">
                <a:solidFill>
                  <a:srgbClr val="404040"/>
                </a:solidFill>
                <a:latin typeface="Asta Sans"/>
                <a:ea typeface="Asta Sans"/>
                <a:cs typeface="Asta Sans"/>
                <a:sym typeface="Asta Sans"/>
              </a:rPr>
              <a:t>Import-Ryu 담당 확정</a:t>
            </a:r>
            <a:endParaRPr sz="1616">
              <a:latin typeface="Asta Sans"/>
              <a:ea typeface="Asta Sans"/>
              <a:cs typeface="Asta Sans"/>
              <a:sym typeface="Asta Sans"/>
            </a:endParaRPr>
          </a:p>
        </p:txBody>
      </p:sp>
      <p:sp>
        <p:nvSpPr>
          <p:cNvPr id="272" name="Google Shape;272;g3f4729efffc_14_1"/>
          <p:cNvSpPr/>
          <p:nvPr/>
        </p:nvSpPr>
        <p:spPr>
          <a:xfrm>
            <a:off x="5016605" y="4179297"/>
            <a:ext cx="2158800" cy="1287000"/>
          </a:xfrm>
          <a:prstGeom prst="roundRect">
            <a:avLst>
              <a:gd fmla="val 8000" name="adj"/>
            </a:avLst>
          </a:prstGeom>
          <a:solidFill>
            <a:srgbClr val="F2F6F9"/>
          </a:solidFill>
          <a:ln cap="flat" cmpd="sng" w="10325">
            <a:solidFill>
              <a:srgbClr val="15608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9500" lIns="118825" spcFirstLastPara="1" rIns="118825" wrap="square" tIns="693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ko-KR" sz="1454" u="none" cap="none" strike="noStrike">
                <a:solidFill>
                  <a:srgbClr val="156082"/>
                </a:solidFill>
                <a:latin typeface="Asta Sans"/>
                <a:ea typeface="Asta Sans"/>
                <a:cs typeface="Asta Sans"/>
                <a:sym typeface="Asta Sans"/>
              </a:rPr>
              <a:t>Review</a:t>
            </a:r>
            <a:endParaRPr sz="1616">
              <a:latin typeface="Asta Sans"/>
              <a:ea typeface="Asta Sans"/>
              <a:cs typeface="Asta Sans"/>
              <a:sym typeface="Asta San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162"/>
              </a:spcBef>
              <a:spcAft>
                <a:spcPts val="0"/>
              </a:spcAft>
              <a:buNone/>
            </a:pPr>
            <a:r>
              <a:rPr i="0" lang="ko-KR" sz="1075" u="none" cap="none" strike="noStrike">
                <a:solidFill>
                  <a:srgbClr val="404040"/>
                </a:solidFill>
                <a:latin typeface="Asta Sans"/>
                <a:ea typeface="Asta Sans"/>
                <a:cs typeface="Asta Sans"/>
                <a:sym typeface="Asta Sans"/>
              </a:rPr>
              <a:t>공통부 stub PR을</a:t>
            </a:r>
            <a:endParaRPr sz="1616">
              <a:latin typeface="Asta Sans"/>
              <a:ea typeface="Asta Sans"/>
              <a:cs typeface="Asta Sans"/>
              <a:sym typeface="Asta San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162"/>
              </a:spcBef>
              <a:spcAft>
                <a:spcPts val="0"/>
              </a:spcAft>
              <a:buNone/>
            </a:pPr>
            <a:r>
              <a:rPr i="0" lang="ko-KR" sz="1075" u="none" cap="none" strike="noStrike">
                <a:solidFill>
                  <a:srgbClr val="404040"/>
                </a:solidFill>
                <a:latin typeface="Asta Sans"/>
                <a:ea typeface="Asta Sans"/>
                <a:cs typeface="Asta Sans"/>
                <a:sym typeface="Asta Sans"/>
              </a:rPr>
              <a:t>5인 합동 리뷰</a:t>
            </a:r>
            <a:endParaRPr sz="1616">
              <a:latin typeface="Asta Sans"/>
              <a:ea typeface="Asta Sans"/>
              <a:cs typeface="Asta Sans"/>
              <a:sym typeface="Asta San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162"/>
              </a:spcBef>
              <a:spcAft>
                <a:spcPts val="0"/>
              </a:spcAft>
              <a:buNone/>
            </a:pPr>
            <a:r>
              <a:rPr i="0" lang="ko-KR" sz="1075" u="none" cap="none" strike="noStrike">
                <a:solidFill>
                  <a:srgbClr val="404040"/>
                </a:solidFill>
                <a:latin typeface="Asta Sans"/>
                <a:ea typeface="Asta Sans"/>
                <a:cs typeface="Asta Sans"/>
                <a:sym typeface="Asta Sans"/>
              </a:rPr>
              <a:t>(phase0-review-checklist.md)</a:t>
            </a:r>
            <a:endParaRPr sz="1616">
              <a:latin typeface="Asta Sans"/>
              <a:ea typeface="Asta Sans"/>
              <a:cs typeface="Asta Sans"/>
              <a:sym typeface="Asta Sans"/>
            </a:endParaRPr>
          </a:p>
        </p:txBody>
      </p:sp>
      <p:sp>
        <p:nvSpPr>
          <p:cNvPr id="273" name="Google Shape;273;g3f4729efffc_14_1"/>
          <p:cNvSpPr/>
          <p:nvPr/>
        </p:nvSpPr>
        <p:spPr>
          <a:xfrm>
            <a:off x="7373389" y="4179297"/>
            <a:ext cx="2158800" cy="1287000"/>
          </a:xfrm>
          <a:prstGeom prst="roundRect">
            <a:avLst>
              <a:gd fmla="val 8000" name="adj"/>
            </a:avLst>
          </a:prstGeom>
          <a:solidFill>
            <a:srgbClr val="F2F6F9"/>
          </a:solidFill>
          <a:ln cap="flat" cmpd="sng" w="10325">
            <a:solidFill>
              <a:srgbClr val="15608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9500" lIns="118825" spcFirstLastPara="1" rIns="118825" wrap="square" tIns="693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ko-KR" sz="1454" u="none" cap="none" strike="noStrike">
                <a:solidFill>
                  <a:srgbClr val="156082"/>
                </a:solidFill>
                <a:latin typeface="Asta Sans"/>
                <a:ea typeface="Asta Sans"/>
                <a:cs typeface="Asta Sans"/>
                <a:sym typeface="Asta Sans"/>
              </a:rPr>
              <a:t>Sync</a:t>
            </a:r>
            <a:endParaRPr sz="1616">
              <a:latin typeface="Asta Sans"/>
              <a:ea typeface="Asta Sans"/>
              <a:cs typeface="Asta Sans"/>
              <a:sym typeface="Asta San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162"/>
              </a:spcBef>
              <a:spcAft>
                <a:spcPts val="0"/>
              </a:spcAft>
              <a:buNone/>
            </a:pPr>
            <a:r>
              <a:rPr i="0" lang="ko-KR" sz="1075" u="none" cap="none" strike="noStrike">
                <a:solidFill>
                  <a:srgbClr val="404040"/>
                </a:solidFill>
                <a:latin typeface="Asta Sans"/>
                <a:ea typeface="Asta Sans"/>
                <a:cs typeface="Asta Sans"/>
                <a:sym typeface="Asta Sans"/>
              </a:rPr>
              <a:t>체크리스트로 공통부</a:t>
            </a:r>
            <a:endParaRPr sz="1616">
              <a:latin typeface="Asta Sans"/>
              <a:ea typeface="Asta Sans"/>
              <a:cs typeface="Asta Sans"/>
              <a:sym typeface="Asta San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162"/>
              </a:spcBef>
              <a:spcAft>
                <a:spcPts val="0"/>
              </a:spcAft>
              <a:buNone/>
            </a:pPr>
            <a:r>
              <a:rPr i="0" lang="ko-KR" sz="1075" u="none" cap="none" strike="noStrike">
                <a:solidFill>
                  <a:srgbClr val="404040"/>
                </a:solidFill>
                <a:latin typeface="Asta Sans"/>
                <a:ea typeface="Asta Sans"/>
                <a:cs typeface="Asta Sans"/>
                <a:sym typeface="Asta Sans"/>
              </a:rPr>
              <a:t>이상 없음 확인 후</a:t>
            </a:r>
            <a:endParaRPr sz="1616">
              <a:latin typeface="Asta Sans"/>
              <a:ea typeface="Asta Sans"/>
              <a:cs typeface="Asta Sans"/>
              <a:sym typeface="Asta San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162"/>
              </a:spcBef>
              <a:spcAft>
                <a:spcPts val="0"/>
              </a:spcAft>
              <a:buNone/>
            </a:pPr>
            <a:r>
              <a:rPr i="0" lang="ko-KR" sz="1075" u="none" cap="none" strike="noStrike">
                <a:solidFill>
                  <a:srgbClr val="404040"/>
                </a:solidFill>
                <a:latin typeface="Asta Sans"/>
                <a:ea typeface="Asta Sans"/>
                <a:cs typeface="Asta Sans"/>
                <a:sym typeface="Asta Sans"/>
              </a:rPr>
              <a:t>베이스라인 확정</a:t>
            </a:r>
            <a:endParaRPr sz="1616">
              <a:latin typeface="Asta Sans"/>
              <a:ea typeface="Asta Sans"/>
              <a:cs typeface="Asta Sans"/>
              <a:sym typeface="Asta Sans"/>
            </a:endParaRPr>
          </a:p>
        </p:txBody>
      </p:sp>
      <p:sp>
        <p:nvSpPr>
          <p:cNvPr id="274" name="Google Shape;274;g3f4729efffc_14_1"/>
          <p:cNvSpPr/>
          <p:nvPr/>
        </p:nvSpPr>
        <p:spPr>
          <a:xfrm>
            <a:off x="9730172" y="4179297"/>
            <a:ext cx="2158800" cy="1287000"/>
          </a:xfrm>
          <a:prstGeom prst="roundRect">
            <a:avLst>
              <a:gd fmla="val 8000" name="adj"/>
            </a:avLst>
          </a:prstGeom>
          <a:solidFill>
            <a:srgbClr val="F2F6F9"/>
          </a:solidFill>
          <a:ln cap="flat" cmpd="sng" w="20625">
            <a:solidFill>
              <a:srgbClr val="15608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9500" lIns="118825" spcFirstLastPara="1" rIns="118825" wrap="square" tIns="693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ko-KR" sz="1454" u="none" cap="none" strike="noStrike">
                <a:solidFill>
                  <a:srgbClr val="156082"/>
                </a:solidFill>
                <a:latin typeface="Asta Sans"/>
                <a:ea typeface="Asta Sans"/>
                <a:cs typeface="Asta Sans"/>
                <a:sym typeface="Asta Sans"/>
              </a:rPr>
              <a:t>Parallel</a:t>
            </a:r>
            <a:endParaRPr sz="1616">
              <a:latin typeface="Asta Sans"/>
              <a:ea typeface="Asta Sans"/>
              <a:cs typeface="Asta Sans"/>
              <a:sym typeface="Asta San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162"/>
              </a:spcBef>
              <a:spcAft>
                <a:spcPts val="0"/>
              </a:spcAft>
              <a:buNone/>
            </a:pPr>
            <a:r>
              <a:rPr i="0" lang="ko-KR" sz="1075" u="none" cap="none" strike="noStrike">
                <a:solidFill>
                  <a:srgbClr val="404040"/>
                </a:solidFill>
                <a:latin typeface="Asta Sans"/>
                <a:ea typeface="Asta Sans"/>
                <a:cs typeface="Asta Sans"/>
                <a:sym typeface="Asta Sans"/>
              </a:rPr>
              <a:t>확정 명세 기준</a:t>
            </a:r>
            <a:endParaRPr sz="1616">
              <a:latin typeface="Asta Sans"/>
              <a:ea typeface="Asta Sans"/>
              <a:cs typeface="Asta Sans"/>
              <a:sym typeface="Asta San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162"/>
              </a:spcBef>
              <a:spcAft>
                <a:spcPts val="0"/>
              </a:spcAft>
              <a:buNone/>
            </a:pPr>
            <a:r>
              <a:rPr i="0" lang="ko-KR" sz="1075" u="none" cap="none" strike="noStrike">
                <a:solidFill>
                  <a:srgbClr val="404040"/>
                </a:solidFill>
                <a:latin typeface="Asta Sans"/>
                <a:ea typeface="Asta Sans"/>
                <a:cs typeface="Asta Sans"/>
                <a:sym typeface="Asta Sans"/>
              </a:rPr>
              <a:t>기능별(배열/클래스/함수/</a:t>
            </a:r>
            <a:endParaRPr sz="1616">
              <a:latin typeface="Asta Sans"/>
              <a:ea typeface="Asta Sans"/>
              <a:cs typeface="Asta Sans"/>
              <a:sym typeface="Asta San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162"/>
              </a:spcBef>
              <a:spcAft>
                <a:spcPts val="0"/>
              </a:spcAft>
              <a:buNone/>
            </a:pPr>
            <a:r>
              <a:rPr i="0" lang="ko-KR" sz="1075" u="none" cap="none" strike="noStrike">
                <a:solidFill>
                  <a:srgbClr val="404040"/>
                </a:solidFill>
                <a:latin typeface="Asta Sans"/>
                <a:ea typeface="Asta Sans"/>
                <a:cs typeface="Asta Sans"/>
                <a:sym typeface="Asta Sans"/>
              </a:rPr>
              <a:t>최적화/Import) 병렬 구현</a:t>
            </a:r>
            <a:endParaRPr sz="1616">
              <a:latin typeface="Asta Sans"/>
              <a:ea typeface="Asta Sans"/>
              <a:cs typeface="Asta Sans"/>
              <a:sym typeface="Asta Sans"/>
            </a:endParaRPr>
          </a:p>
        </p:txBody>
      </p:sp>
      <p:sp>
        <p:nvSpPr>
          <p:cNvPr id="275" name="Google Shape;275;g3f4729efffc_14_1"/>
          <p:cNvSpPr/>
          <p:nvPr/>
        </p:nvSpPr>
        <p:spPr>
          <a:xfrm>
            <a:off x="303038" y="5862558"/>
            <a:ext cx="11487000" cy="544500"/>
          </a:xfrm>
          <a:prstGeom prst="roundRect">
            <a:avLst>
              <a:gd fmla="val 25000" name="adj"/>
            </a:avLst>
          </a:prstGeom>
          <a:solidFill>
            <a:srgbClr val="E9F1F5"/>
          </a:solidFill>
          <a:ln cap="flat" cmpd="sng" w="13775">
            <a:solidFill>
              <a:srgbClr val="15608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9500" lIns="198050" spcFirstLastPara="1" rIns="198050" wrap="square" tIns="495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ko-KR" sz="1791" u="none" cap="none" strike="noStrike">
                <a:solidFill>
                  <a:srgbClr val="0E2841"/>
                </a:solidFill>
                <a:latin typeface="Asta Sans"/>
                <a:ea typeface="Asta Sans"/>
                <a:cs typeface="Asta Sans"/>
                <a:sym typeface="Asta Sans"/>
              </a:rPr>
              <a:t>핵심: "공동 명세 → 공통부 </a:t>
            </a:r>
            <a:r>
              <a:rPr b="1" lang="ko-KR" sz="1791">
                <a:solidFill>
                  <a:srgbClr val="0E2841"/>
                </a:solidFill>
                <a:latin typeface="Asta Sans"/>
                <a:ea typeface="Asta Sans"/>
                <a:cs typeface="Asta Sans"/>
                <a:sym typeface="Asta Sans"/>
              </a:rPr>
              <a:t>확정</a:t>
            </a:r>
            <a:r>
              <a:rPr b="1" i="0" lang="ko-KR" sz="1791" u="none" cap="none" strike="noStrike">
                <a:solidFill>
                  <a:srgbClr val="0E2841"/>
                </a:solidFill>
                <a:latin typeface="Asta Sans"/>
                <a:ea typeface="Asta Sans"/>
                <a:cs typeface="Asta Sans"/>
                <a:sym typeface="Asta Sans"/>
              </a:rPr>
              <a:t> → 개별 병렬 TDD" </a:t>
            </a:r>
            <a:r>
              <a:rPr b="1" lang="ko-KR" sz="1791">
                <a:solidFill>
                  <a:srgbClr val="0E2841"/>
                </a:solidFill>
                <a:latin typeface="Asta Sans"/>
                <a:ea typeface="Asta Sans"/>
                <a:cs typeface="Asta Sans"/>
                <a:sym typeface="Asta Sans"/>
              </a:rPr>
              <a:t>workflow를 따라, 각 팀원마다 AI tool을 사용해 </a:t>
            </a:r>
            <a:r>
              <a:rPr b="1" lang="ko-KR" sz="1791">
                <a:solidFill>
                  <a:srgbClr val="0E2841"/>
                </a:solidFill>
                <a:latin typeface="Asta Sans"/>
                <a:ea typeface="Asta Sans"/>
                <a:cs typeface="Asta Sans"/>
                <a:sym typeface="Asta Sans"/>
              </a:rPr>
              <a:t>병렬 개발 가능</a:t>
            </a:r>
            <a:endParaRPr sz="2116">
              <a:latin typeface="Asta Sans"/>
              <a:ea typeface="Asta Sans"/>
              <a:cs typeface="Asta Sans"/>
              <a:sym typeface="Asta Sans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9" name="Shape 2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" name="Google Shape;280;g3f4729efffc_14_45"/>
          <p:cNvSpPr txBox="1"/>
          <p:nvPr>
            <p:ph type="title"/>
          </p:nvPr>
        </p:nvSpPr>
        <p:spPr>
          <a:xfrm>
            <a:off x="605980" y="310143"/>
            <a:ext cx="10515600" cy="6498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ko-KR" sz="3200">
                <a:solidFill>
                  <a:srgbClr val="0E2841"/>
                </a:solidFill>
                <a:latin typeface="Asta Sans"/>
                <a:ea typeface="Asta Sans"/>
                <a:cs typeface="Asta Sans"/>
                <a:sym typeface="Asta Sans"/>
              </a:rPr>
              <a:t>CodeFab_TeamD 협업 Workflow - </a:t>
            </a:r>
            <a:r>
              <a:rPr b="1" lang="ko-KR" sz="3200">
                <a:solidFill>
                  <a:srgbClr val="0E2841"/>
                </a:solidFill>
                <a:latin typeface="Asta Sans"/>
                <a:ea typeface="Asta Sans"/>
                <a:cs typeface="Asta Sans"/>
                <a:sym typeface="Asta Sans"/>
              </a:rPr>
              <a:t>예시</a:t>
            </a:r>
            <a:endParaRPr sz="5000">
              <a:latin typeface="Asta Sans"/>
              <a:ea typeface="Asta Sans"/>
              <a:cs typeface="Asta Sans"/>
              <a:sym typeface="Asta Sans"/>
            </a:endParaRPr>
          </a:p>
        </p:txBody>
      </p:sp>
      <p:sp>
        <p:nvSpPr>
          <p:cNvPr id="281" name="Google Shape;281;g3f4729efffc_14_45"/>
          <p:cNvSpPr txBox="1"/>
          <p:nvPr>
            <p:ph idx="1" type="body"/>
          </p:nvPr>
        </p:nvSpPr>
        <p:spPr>
          <a:xfrm>
            <a:off x="605980" y="1316376"/>
            <a:ext cx="10515600" cy="4927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Asta Sans"/>
              <a:ea typeface="Asta Sans"/>
              <a:cs typeface="Asta Sans"/>
              <a:sym typeface="Asta San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Asta Sans"/>
              <a:ea typeface="Asta Sans"/>
              <a:cs typeface="Asta Sans"/>
              <a:sym typeface="Asta Sans"/>
            </a:endParaRPr>
          </a:p>
        </p:txBody>
      </p:sp>
      <p:pic>
        <p:nvPicPr>
          <p:cNvPr id="282" name="Google Shape;282;g3f4729efffc_14_4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164363" y="1058425"/>
            <a:ext cx="7863276" cy="5087274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283" name="Google Shape;283;g3f4729efffc_14_45"/>
          <p:cNvSpPr txBox="1"/>
          <p:nvPr/>
        </p:nvSpPr>
        <p:spPr>
          <a:xfrm>
            <a:off x="2718900" y="6244175"/>
            <a:ext cx="67542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-KR"/>
              <a:t>Unit</a:t>
            </a:r>
            <a:r>
              <a:rPr lang="ko-KR"/>
              <a:t>간 interface 명세: </a:t>
            </a:r>
            <a:r>
              <a:rPr lang="ko-KR" sz="1100" u="sng">
                <a:solidFill>
                  <a:schemeClr val="hlink"/>
                </a:solidFill>
                <a:hlinkClick r:id="rId4"/>
              </a:rPr>
              <a:t>CodeFab_TeamD/docs/unit-io-spec.md at master · jin5383/CodeFab_TeamD</a:t>
            </a:r>
            <a:r>
              <a:rPr lang="ko-KR" sz="1100">
                <a:solidFill>
                  <a:schemeClr val="dk1"/>
                </a:solidFill>
              </a:rPr>
              <a:t> </a:t>
            </a:r>
            <a:endParaRPr sz="280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g3f44738b4e9_6_52"/>
          <p:cNvSpPr txBox="1"/>
          <p:nvPr>
            <p:ph type="title"/>
          </p:nvPr>
        </p:nvSpPr>
        <p:spPr>
          <a:xfrm>
            <a:off x="605980" y="310143"/>
            <a:ext cx="10515600" cy="64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</a:pPr>
            <a:r>
              <a:rPr b="1" lang="ko-KR" sz="3200">
                <a:latin typeface="Asta Sans"/>
                <a:ea typeface="Asta Sans"/>
                <a:cs typeface="Asta Sans"/>
                <a:sym typeface="Asta Sans"/>
              </a:rPr>
              <a:t> </a:t>
            </a:r>
            <a:r>
              <a:rPr b="1" lang="ko-KR" sz="3200">
                <a:latin typeface="Asta Sans"/>
                <a:ea typeface="Asta Sans"/>
                <a:cs typeface="Asta Sans"/>
                <a:sym typeface="Asta Sans"/>
              </a:rPr>
              <a:t>Pull Request 포맷 고정</a:t>
            </a:r>
            <a:endParaRPr>
              <a:latin typeface="Asta Sans"/>
              <a:ea typeface="Asta Sans"/>
              <a:cs typeface="Asta Sans"/>
              <a:sym typeface="Asta Sans"/>
            </a:endParaRPr>
          </a:p>
        </p:txBody>
      </p:sp>
      <p:sp>
        <p:nvSpPr>
          <p:cNvPr id="289" name="Google Shape;289;g3f44738b4e9_6_52"/>
          <p:cNvSpPr txBox="1"/>
          <p:nvPr>
            <p:ph idx="1" type="body"/>
          </p:nvPr>
        </p:nvSpPr>
        <p:spPr>
          <a:xfrm>
            <a:off x="605975" y="1050225"/>
            <a:ext cx="11378400" cy="4927800"/>
          </a:xfrm>
          <a:prstGeom prst="rect">
            <a:avLst/>
          </a:prstGeom>
          <a:noFill/>
          <a:ln>
            <a:noFill/>
          </a:ln>
          <a:effectLst>
            <a:reflection blurRad="0" dir="5400000" dist="38100" endA="0" fadeDir="5400012" kx="0" rotWithShape="0" algn="bl" stPos="0" sy="-100000" ky="0"/>
          </a:effectLst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sta Sans"/>
              <a:buChar char="●"/>
            </a:pPr>
            <a:r>
              <a:rPr lang="ko-KR">
                <a:latin typeface="Asta Sans"/>
                <a:ea typeface="Asta Sans"/>
                <a:cs typeface="Asta Sans"/>
                <a:sym typeface="Asta Sans"/>
              </a:rPr>
              <a:t>Description</a:t>
            </a:r>
            <a:endParaRPr>
              <a:latin typeface="Asta Sans"/>
              <a:ea typeface="Asta Sans"/>
              <a:cs typeface="Asta Sans"/>
              <a:sym typeface="Asta Sans"/>
            </a:endParaRPr>
          </a:p>
          <a:p>
            <a:pPr indent="-3429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sta Sans"/>
              <a:buChar char="○"/>
            </a:pPr>
            <a:r>
              <a:rPr lang="ko-KR">
                <a:latin typeface="Asta Sans"/>
                <a:ea typeface="Asta Sans"/>
                <a:cs typeface="Asta Sans"/>
                <a:sym typeface="Asta Sans"/>
              </a:rPr>
              <a:t>pull_request_template.md 파일을 추가하여 </a:t>
            </a:r>
            <a:r>
              <a:rPr lang="ko-KR">
                <a:latin typeface="Asta Sans"/>
                <a:ea typeface="Asta Sans"/>
                <a:cs typeface="Asta Sans"/>
                <a:sym typeface="Asta Sans"/>
              </a:rPr>
              <a:t>PR Description 포맷 고정</a:t>
            </a:r>
            <a:endParaRPr>
              <a:latin typeface="Asta Sans"/>
              <a:ea typeface="Asta Sans"/>
              <a:cs typeface="Asta Sans"/>
              <a:sym typeface="Asta Sans"/>
            </a:endParaRPr>
          </a:p>
          <a:p>
            <a:pPr indent="-3429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sta Sans"/>
              <a:buChar char="■"/>
            </a:pPr>
            <a:r>
              <a:rPr lang="ko-KR">
                <a:latin typeface="Asta Sans"/>
                <a:ea typeface="Asta Sans"/>
                <a:cs typeface="Asta Sans"/>
                <a:sym typeface="Asta Sans"/>
              </a:rPr>
              <a:t>제목, 설명, TC 목록, </a:t>
            </a:r>
            <a:r>
              <a:rPr lang="ko-KR">
                <a:latin typeface="Asta Sans"/>
                <a:ea typeface="Asta Sans"/>
                <a:cs typeface="Asta Sans"/>
                <a:sym typeface="Asta Sans"/>
              </a:rPr>
              <a:t>...</a:t>
            </a:r>
            <a:br>
              <a:rPr lang="ko-KR">
                <a:latin typeface="Asta Sans"/>
                <a:ea typeface="Asta Sans"/>
                <a:cs typeface="Asta Sans"/>
                <a:sym typeface="Asta Sans"/>
              </a:rPr>
            </a:br>
            <a:endParaRPr>
              <a:latin typeface="Asta Sans"/>
              <a:ea typeface="Asta Sans"/>
              <a:cs typeface="Asta Sans"/>
              <a:sym typeface="Asta Sans"/>
            </a:endParaRPr>
          </a:p>
          <a:p>
            <a:pPr indent="-3429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sta Sans"/>
              <a:buChar char="○"/>
            </a:pPr>
            <a:r>
              <a:rPr lang="ko-KR">
                <a:latin typeface="Asta Sans"/>
                <a:ea typeface="Asta Sans"/>
                <a:cs typeface="Asta Sans"/>
                <a:sym typeface="Asta Sans"/>
              </a:rPr>
              <a:t>Reviewer에게 관련 PR의 정확한 정보 제공</a:t>
            </a:r>
            <a:br>
              <a:rPr lang="ko-KR">
                <a:latin typeface="Asta Sans"/>
                <a:ea typeface="Asta Sans"/>
                <a:cs typeface="Asta Sans"/>
                <a:sym typeface="Asta Sans"/>
              </a:rPr>
            </a:br>
            <a:endParaRPr>
              <a:latin typeface="Asta Sans"/>
              <a:ea typeface="Asta Sans"/>
              <a:cs typeface="Asta Sans"/>
              <a:sym typeface="Asta Sans"/>
            </a:endParaRPr>
          </a:p>
          <a:p>
            <a:pPr indent="-3429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sta Sans"/>
              <a:buChar char="○"/>
            </a:pPr>
            <a:r>
              <a:rPr lang="ko-KR" sz="2400">
                <a:latin typeface="Asta Sans"/>
                <a:ea typeface="Asta Sans"/>
                <a:cs typeface="Asta Sans"/>
                <a:sym typeface="Asta Sans"/>
              </a:rPr>
              <a:t>commit 규칙, TC 작성 여부 등을 Cross Check 가능</a:t>
            </a:r>
            <a:endParaRPr sz="2400">
              <a:latin typeface="Asta Sans"/>
              <a:ea typeface="Asta Sans"/>
              <a:cs typeface="Asta Sans"/>
              <a:sym typeface="Asta Sans"/>
            </a:endParaRPr>
          </a:p>
          <a:p>
            <a:pPr indent="0" lvl="0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Asta Sans"/>
              <a:ea typeface="Asta Sans"/>
              <a:cs typeface="Asta Sans"/>
              <a:sym typeface="Asta Sans"/>
            </a:endParaRPr>
          </a:p>
          <a:p>
            <a:pPr indent="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Asta Sans"/>
              <a:ea typeface="Asta Sans"/>
              <a:cs typeface="Asta Sans"/>
              <a:sym typeface="Asta San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Asta Sans"/>
              <a:ea typeface="Asta Sans"/>
              <a:cs typeface="Asta Sans"/>
              <a:sym typeface="Asta Sans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g3f4729efffc_2_255"/>
          <p:cNvSpPr txBox="1"/>
          <p:nvPr>
            <p:ph type="title"/>
          </p:nvPr>
        </p:nvSpPr>
        <p:spPr>
          <a:xfrm>
            <a:off x="605980" y="310143"/>
            <a:ext cx="10515600" cy="64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</a:pPr>
            <a:r>
              <a:rPr b="1" lang="ko-KR" sz="3200">
                <a:latin typeface="Asta Sans"/>
                <a:ea typeface="Asta Sans"/>
                <a:cs typeface="Asta Sans"/>
                <a:sym typeface="Asta Sans"/>
              </a:rPr>
              <a:t> Pull Request 포맷 고정 - </a:t>
            </a:r>
            <a:r>
              <a:rPr b="1" lang="ko-KR" sz="3200">
                <a:latin typeface="Asta Sans"/>
                <a:ea typeface="Asta Sans"/>
                <a:cs typeface="Asta Sans"/>
                <a:sym typeface="Asta Sans"/>
              </a:rPr>
              <a:t>예시</a:t>
            </a:r>
            <a:endParaRPr>
              <a:latin typeface="Asta Sans"/>
              <a:ea typeface="Asta Sans"/>
              <a:cs typeface="Asta Sans"/>
              <a:sym typeface="Asta Sans"/>
            </a:endParaRPr>
          </a:p>
        </p:txBody>
      </p:sp>
      <p:pic>
        <p:nvPicPr>
          <p:cNvPr id="295" name="Google Shape;295;g3f4729efffc_2_25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367013" y="1648312"/>
            <a:ext cx="6293825" cy="4582275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296" name="Google Shape;296;g3f4729efffc_2_255"/>
          <p:cNvSpPr txBox="1"/>
          <p:nvPr/>
        </p:nvSpPr>
        <p:spPr>
          <a:xfrm>
            <a:off x="3432988" y="6303900"/>
            <a:ext cx="5411700" cy="554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9144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400">
                <a:solidFill>
                  <a:schemeClr val="dk1"/>
                </a:solidFill>
                <a:latin typeface="Asta Sans"/>
                <a:ea typeface="Asta Sans"/>
                <a:cs typeface="Asta Sans"/>
                <a:sym typeface="Asta Sans"/>
              </a:rPr>
              <a:t>Pull Request Message</a:t>
            </a:r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g3f4729efffc_2_291"/>
          <p:cNvSpPr txBox="1"/>
          <p:nvPr>
            <p:ph type="title"/>
          </p:nvPr>
        </p:nvSpPr>
        <p:spPr>
          <a:xfrm>
            <a:off x="605980" y="310143"/>
            <a:ext cx="10515600" cy="64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</a:pPr>
            <a:r>
              <a:rPr b="1" lang="ko-KR" sz="3200">
                <a:latin typeface="Asta Sans"/>
                <a:ea typeface="Asta Sans"/>
                <a:cs typeface="Asta Sans"/>
                <a:sym typeface="Asta Sans"/>
              </a:rPr>
              <a:t> Pull Request 포맷 고정 - </a:t>
            </a:r>
            <a:r>
              <a:rPr b="1" lang="ko-KR" sz="3200">
                <a:latin typeface="Asta Sans"/>
                <a:ea typeface="Asta Sans"/>
                <a:cs typeface="Asta Sans"/>
                <a:sym typeface="Asta Sans"/>
              </a:rPr>
              <a:t>예시</a:t>
            </a:r>
            <a:endParaRPr>
              <a:latin typeface="Asta Sans"/>
              <a:ea typeface="Asta Sans"/>
              <a:cs typeface="Asta Sans"/>
              <a:sym typeface="Asta Sans"/>
            </a:endParaRPr>
          </a:p>
        </p:txBody>
      </p:sp>
      <p:pic>
        <p:nvPicPr>
          <p:cNvPr id="302" name="Google Shape;302;g3f4729efffc_2_29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367013" y="1648312"/>
            <a:ext cx="6293825" cy="4582275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303" name="Google Shape;303;g3f4729efffc_2_291"/>
          <p:cNvSpPr txBox="1"/>
          <p:nvPr/>
        </p:nvSpPr>
        <p:spPr>
          <a:xfrm>
            <a:off x="3432988" y="6303900"/>
            <a:ext cx="5411700" cy="554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9144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400">
                <a:solidFill>
                  <a:schemeClr val="dk1"/>
                </a:solidFill>
                <a:latin typeface="Asta Sans"/>
                <a:ea typeface="Asta Sans"/>
                <a:cs typeface="Asta Sans"/>
                <a:sym typeface="Asta Sans"/>
              </a:rPr>
              <a:t>Pull Request Message</a:t>
            </a:r>
            <a:endParaRPr/>
          </a:p>
        </p:txBody>
      </p:sp>
      <p:sp>
        <p:nvSpPr>
          <p:cNvPr id="304" name="Google Shape;304;g3f4729efffc_2_291"/>
          <p:cNvSpPr/>
          <p:nvPr/>
        </p:nvSpPr>
        <p:spPr>
          <a:xfrm>
            <a:off x="3802463" y="2042775"/>
            <a:ext cx="4474800" cy="2691600"/>
          </a:xfrm>
          <a:prstGeom prst="rect">
            <a:avLst/>
          </a:prstGeom>
          <a:noFill/>
          <a:ln cap="flat" cmpd="sng" w="2857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305" name="Google Shape;305;g3f4729efffc_2_291"/>
          <p:cNvSpPr txBox="1"/>
          <p:nvPr/>
        </p:nvSpPr>
        <p:spPr>
          <a:xfrm>
            <a:off x="367275" y="2255825"/>
            <a:ext cx="2863200" cy="846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ko-KR" sz="2000">
                <a:solidFill>
                  <a:schemeClr val="dk1"/>
                </a:solidFill>
                <a:latin typeface="Asta Sans"/>
                <a:ea typeface="Asta Sans"/>
                <a:cs typeface="Asta Sans"/>
                <a:sym typeface="Asta Sans"/>
              </a:rPr>
              <a:t>Assignee</a:t>
            </a:r>
            <a:endParaRPr b="1" sz="2000">
              <a:solidFill>
                <a:schemeClr val="dk1"/>
              </a:solidFill>
              <a:latin typeface="Asta Sans"/>
              <a:ea typeface="Asta Sans"/>
              <a:cs typeface="Asta Sans"/>
              <a:sym typeface="Asta San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000">
                <a:solidFill>
                  <a:schemeClr val="dk1"/>
                </a:solidFill>
                <a:latin typeface="Asta Sans"/>
                <a:ea typeface="Asta Sans"/>
                <a:cs typeface="Asta Sans"/>
                <a:sym typeface="Asta Sans"/>
              </a:rPr>
              <a:t>양식 채운 뒤 Review 요청</a:t>
            </a:r>
            <a:endParaRPr sz="2000"/>
          </a:p>
        </p:txBody>
      </p:sp>
      <p:cxnSp>
        <p:nvCxnSpPr>
          <p:cNvPr id="306" name="Google Shape;306;g3f4729efffc_2_291"/>
          <p:cNvCxnSpPr/>
          <p:nvPr/>
        </p:nvCxnSpPr>
        <p:spPr>
          <a:xfrm>
            <a:off x="1715263" y="3163775"/>
            <a:ext cx="1779900" cy="164700"/>
          </a:xfrm>
          <a:prstGeom prst="straightConnector1">
            <a:avLst/>
          </a:prstGeom>
          <a:noFill/>
          <a:ln cap="flat" cmpd="sng" w="19050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g3f4729efffc_2_304"/>
          <p:cNvSpPr txBox="1"/>
          <p:nvPr>
            <p:ph type="title"/>
          </p:nvPr>
        </p:nvSpPr>
        <p:spPr>
          <a:xfrm>
            <a:off x="605980" y="310143"/>
            <a:ext cx="10515600" cy="64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</a:pPr>
            <a:r>
              <a:rPr b="1" lang="ko-KR" sz="3200">
                <a:latin typeface="Asta Sans"/>
                <a:ea typeface="Asta Sans"/>
                <a:cs typeface="Asta Sans"/>
                <a:sym typeface="Asta Sans"/>
              </a:rPr>
              <a:t> Pull Request 포맷 고정 - </a:t>
            </a:r>
            <a:r>
              <a:rPr b="1" lang="ko-KR" sz="3200">
                <a:latin typeface="Asta Sans"/>
                <a:ea typeface="Asta Sans"/>
                <a:cs typeface="Asta Sans"/>
                <a:sym typeface="Asta Sans"/>
              </a:rPr>
              <a:t>예시</a:t>
            </a:r>
            <a:endParaRPr>
              <a:latin typeface="Asta Sans"/>
              <a:ea typeface="Asta Sans"/>
              <a:cs typeface="Asta Sans"/>
              <a:sym typeface="Asta Sans"/>
            </a:endParaRPr>
          </a:p>
        </p:txBody>
      </p:sp>
      <p:pic>
        <p:nvPicPr>
          <p:cNvPr id="312" name="Google Shape;312;g3f4729efffc_2_30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367013" y="1648312"/>
            <a:ext cx="6293825" cy="4582275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313" name="Google Shape;313;g3f4729efffc_2_304"/>
          <p:cNvSpPr txBox="1"/>
          <p:nvPr/>
        </p:nvSpPr>
        <p:spPr>
          <a:xfrm>
            <a:off x="3432988" y="6303900"/>
            <a:ext cx="5411700" cy="554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9144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400">
                <a:solidFill>
                  <a:schemeClr val="dk1"/>
                </a:solidFill>
                <a:latin typeface="Asta Sans"/>
                <a:ea typeface="Asta Sans"/>
                <a:cs typeface="Asta Sans"/>
                <a:sym typeface="Asta Sans"/>
              </a:rPr>
              <a:t>Pull Request Message</a:t>
            </a:r>
            <a:endParaRPr/>
          </a:p>
        </p:txBody>
      </p:sp>
      <p:sp>
        <p:nvSpPr>
          <p:cNvPr id="314" name="Google Shape;314;g3f4729efffc_2_304"/>
          <p:cNvSpPr/>
          <p:nvPr/>
        </p:nvSpPr>
        <p:spPr>
          <a:xfrm>
            <a:off x="3802463" y="5390525"/>
            <a:ext cx="4474800" cy="471000"/>
          </a:xfrm>
          <a:prstGeom prst="rect">
            <a:avLst/>
          </a:prstGeom>
          <a:noFill/>
          <a:ln cap="flat" cmpd="sng" w="2857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cxnSp>
        <p:nvCxnSpPr>
          <p:cNvPr id="315" name="Google Shape;315;g3f4729efffc_2_304"/>
          <p:cNvCxnSpPr/>
          <p:nvPr/>
        </p:nvCxnSpPr>
        <p:spPr>
          <a:xfrm flipH="1">
            <a:off x="8466663" y="4377950"/>
            <a:ext cx="1095300" cy="1088700"/>
          </a:xfrm>
          <a:prstGeom prst="straightConnector1">
            <a:avLst/>
          </a:prstGeom>
          <a:noFill/>
          <a:ln cap="flat" cmpd="sng" w="19050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316" name="Google Shape;316;g3f4729efffc_2_304"/>
          <p:cNvSpPr txBox="1"/>
          <p:nvPr/>
        </p:nvSpPr>
        <p:spPr>
          <a:xfrm>
            <a:off x="9751375" y="3954650"/>
            <a:ext cx="2471700" cy="846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ko-KR" sz="2000">
                <a:solidFill>
                  <a:schemeClr val="dk1"/>
                </a:solidFill>
                <a:latin typeface="Asta Sans"/>
                <a:ea typeface="Asta Sans"/>
                <a:cs typeface="Asta Sans"/>
                <a:sym typeface="Asta Sans"/>
              </a:rPr>
              <a:t>Reviewer</a:t>
            </a:r>
            <a:endParaRPr b="1" sz="2000">
              <a:solidFill>
                <a:schemeClr val="dk1"/>
              </a:solidFill>
              <a:latin typeface="Asta Sans"/>
              <a:ea typeface="Asta Sans"/>
              <a:cs typeface="Asta Sans"/>
              <a:sym typeface="Asta San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000">
                <a:solidFill>
                  <a:schemeClr val="dk1"/>
                </a:solidFill>
                <a:latin typeface="Asta Sans"/>
                <a:ea typeface="Asta Sans"/>
                <a:cs typeface="Asta Sans"/>
                <a:sym typeface="Asta Sans"/>
              </a:rPr>
              <a:t>approve 전에 check</a:t>
            </a:r>
            <a:endParaRPr sz="2000"/>
          </a:p>
        </p:txBody>
      </p:sp>
      <p:sp>
        <p:nvSpPr>
          <p:cNvPr id="317" name="Google Shape;317;g3f4729efffc_2_304"/>
          <p:cNvSpPr/>
          <p:nvPr/>
        </p:nvSpPr>
        <p:spPr>
          <a:xfrm>
            <a:off x="3802463" y="2042775"/>
            <a:ext cx="4474800" cy="2691600"/>
          </a:xfrm>
          <a:prstGeom prst="rect">
            <a:avLst/>
          </a:prstGeom>
          <a:noFill/>
          <a:ln cap="flat" cmpd="sng" w="2857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318" name="Google Shape;318;g3f4729efffc_2_304"/>
          <p:cNvSpPr txBox="1"/>
          <p:nvPr/>
        </p:nvSpPr>
        <p:spPr>
          <a:xfrm>
            <a:off x="367275" y="2255825"/>
            <a:ext cx="2863200" cy="846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ko-KR" sz="2000">
                <a:solidFill>
                  <a:schemeClr val="dk1"/>
                </a:solidFill>
                <a:latin typeface="Asta Sans"/>
                <a:ea typeface="Asta Sans"/>
                <a:cs typeface="Asta Sans"/>
                <a:sym typeface="Asta Sans"/>
              </a:rPr>
              <a:t>Assignee</a:t>
            </a:r>
            <a:endParaRPr b="1" sz="2000">
              <a:solidFill>
                <a:schemeClr val="dk1"/>
              </a:solidFill>
              <a:latin typeface="Asta Sans"/>
              <a:ea typeface="Asta Sans"/>
              <a:cs typeface="Asta Sans"/>
              <a:sym typeface="Asta San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000">
                <a:solidFill>
                  <a:schemeClr val="dk1"/>
                </a:solidFill>
                <a:latin typeface="Asta Sans"/>
                <a:ea typeface="Asta Sans"/>
                <a:cs typeface="Asta Sans"/>
                <a:sym typeface="Asta Sans"/>
              </a:rPr>
              <a:t>양식 채운 뒤 Review 요청</a:t>
            </a:r>
            <a:endParaRPr sz="2000"/>
          </a:p>
        </p:txBody>
      </p:sp>
      <p:cxnSp>
        <p:nvCxnSpPr>
          <p:cNvPr id="319" name="Google Shape;319;g3f4729efffc_2_304"/>
          <p:cNvCxnSpPr/>
          <p:nvPr/>
        </p:nvCxnSpPr>
        <p:spPr>
          <a:xfrm>
            <a:off x="1715263" y="3163775"/>
            <a:ext cx="1779900" cy="164700"/>
          </a:xfrm>
          <a:prstGeom prst="straightConnector1">
            <a:avLst/>
          </a:prstGeom>
          <a:noFill/>
          <a:ln cap="flat" cmpd="sng" w="19050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3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g3f44738b4e9_6_65"/>
          <p:cNvSpPr txBox="1"/>
          <p:nvPr>
            <p:ph type="title"/>
          </p:nvPr>
        </p:nvSpPr>
        <p:spPr>
          <a:xfrm>
            <a:off x="605980" y="310143"/>
            <a:ext cx="10515600" cy="64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</a:pPr>
            <a:r>
              <a:rPr b="1" lang="ko-KR" sz="3200">
                <a:latin typeface="Asta Sans"/>
                <a:ea typeface="Asta Sans"/>
                <a:cs typeface="Asta Sans"/>
                <a:sym typeface="Asta Sans"/>
              </a:rPr>
              <a:t> </a:t>
            </a:r>
            <a:r>
              <a:rPr b="1" lang="ko-KR" sz="3200">
                <a:latin typeface="Asta Sans"/>
                <a:ea typeface="Asta Sans"/>
                <a:cs typeface="Asta Sans"/>
                <a:sym typeface="Asta Sans"/>
              </a:rPr>
              <a:t>Pull Request 봇 사용</a:t>
            </a:r>
            <a:endParaRPr>
              <a:latin typeface="Asta Sans"/>
              <a:ea typeface="Asta Sans"/>
              <a:cs typeface="Asta Sans"/>
              <a:sym typeface="Asta Sans"/>
            </a:endParaRPr>
          </a:p>
        </p:txBody>
      </p:sp>
      <p:sp>
        <p:nvSpPr>
          <p:cNvPr id="325" name="Google Shape;325;g3f44738b4e9_6_65"/>
          <p:cNvSpPr txBox="1"/>
          <p:nvPr>
            <p:ph idx="1" type="body"/>
          </p:nvPr>
        </p:nvSpPr>
        <p:spPr>
          <a:xfrm>
            <a:off x="605975" y="1064246"/>
            <a:ext cx="11378400" cy="4927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sta Sans"/>
              <a:buChar char="●"/>
            </a:pPr>
            <a:r>
              <a:rPr lang="ko-KR">
                <a:latin typeface="Asta Sans"/>
                <a:ea typeface="Asta Sans"/>
                <a:cs typeface="Asta Sans"/>
                <a:sym typeface="Asta Sans"/>
              </a:rPr>
              <a:t>Description</a:t>
            </a:r>
            <a:endParaRPr>
              <a:latin typeface="Asta Sans"/>
              <a:ea typeface="Asta Sans"/>
              <a:cs typeface="Asta Sans"/>
              <a:sym typeface="Asta Sans"/>
            </a:endParaRPr>
          </a:p>
          <a:p>
            <a:pPr indent="-3429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sta Sans"/>
              <a:buChar char="○"/>
            </a:pPr>
            <a:r>
              <a:rPr lang="ko-KR">
                <a:latin typeface="Asta Sans"/>
                <a:ea typeface="Asta Sans"/>
                <a:cs typeface="Asta Sans"/>
                <a:sym typeface="Asta Sans"/>
              </a:rPr>
              <a:t>coverage.yml 파일을 추가하여 PR마다 Coverage Test 수행</a:t>
            </a:r>
            <a:br>
              <a:rPr lang="ko-KR">
                <a:latin typeface="Asta Sans"/>
                <a:ea typeface="Asta Sans"/>
                <a:cs typeface="Asta Sans"/>
                <a:sym typeface="Asta Sans"/>
              </a:rPr>
            </a:br>
            <a:endParaRPr>
              <a:latin typeface="Asta Sans"/>
              <a:ea typeface="Asta Sans"/>
              <a:cs typeface="Asta Sans"/>
              <a:sym typeface="Asta Sans"/>
            </a:endParaRPr>
          </a:p>
          <a:p>
            <a:pPr indent="-3429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sta Sans"/>
              <a:buChar char="○"/>
            </a:pPr>
            <a:r>
              <a:rPr lang="ko-KR">
                <a:latin typeface="Asta Sans"/>
                <a:ea typeface="Asta Sans"/>
                <a:cs typeface="Asta Sans"/>
                <a:sym typeface="Asta Sans"/>
              </a:rPr>
              <a:t>Build, Test, Coverage 측정 자동화, 가시화</a:t>
            </a:r>
            <a:br>
              <a:rPr lang="ko-KR">
                <a:latin typeface="Asta Sans"/>
                <a:ea typeface="Asta Sans"/>
                <a:cs typeface="Asta Sans"/>
                <a:sym typeface="Asta Sans"/>
              </a:rPr>
            </a:br>
            <a:endParaRPr>
              <a:latin typeface="Asta Sans"/>
              <a:ea typeface="Asta Sans"/>
              <a:cs typeface="Asta Sans"/>
              <a:sym typeface="Asta Sans"/>
            </a:endParaRPr>
          </a:p>
          <a:p>
            <a:pPr indent="-3429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sta Sans"/>
              <a:buChar char="○"/>
            </a:pPr>
            <a:r>
              <a:rPr lang="ko-KR">
                <a:latin typeface="Asta Sans"/>
                <a:ea typeface="Asta Sans"/>
                <a:cs typeface="Asta Sans"/>
                <a:sym typeface="Asta Sans"/>
              </a:rPr>
              <a:t>새로운 PR에 대한 Coverage 변화량 (delta) 를 볼 수 있음</a:t>
            </a:r>
            <a:endParaRPr>
              <a:latin typeface="Asta Sans"/>
              <a:ea typeface="Asta Sans"/>
              <a:cs typeface="Asta Sans"/>
              <a:sym typeface="Asta San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Asta Sans"/>
              <a:ea typeface="Asta Sans"/>
              <a:cs typeface="Asta Sans"/>
              <a:sym typeface="Asta Sans"/>
            </a:endParaRPr>
          </a:p>
          <a:p>
            <a:pPr indent="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Asta Sans"/>
              <a:ea typeface="Asta Sans"/>
              <a:cs typeface="Asta Sans"/>
              <a:sym typeface="Asta San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Asta Sans"/>
              <a:ea typeface="Asta Sans"/>
              <a:cs typeface="Asta Sans"/>
              <a:sym typeface="Asta Sans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9" name="Shape 3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0" name="Google Shape;330;g3f4729efffc_2_27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974787" y="1744325"/>
            <a:ext cx="4942338" cy="4422390"/>
          </a:xfrm>
          <a:prstGeom prst="rect">
            <a:avLst/>
          </a:prstGeom>
          <a:noFill/>
          <a:ln cap="flat" cmpd="sng" w="855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pic>
      <p:cxnSp>
        <p:nvCxnSpPr>
          <p:cNvPr id="331" name="Google Shape;331;g3f4729efffc_2_277"/>
          <p:cNvCxnSpPr/>
          <p:nvPr/>
        </p:nvCxnSpPr>
        <p:spPr>
          <a:xfrm>
            <a:off x="4904840" y="4006881"/>
            <a:ext cx="1291500" cy="0"/>
          </a:xfrm>
          <a:prstGeom prst="straightConnector1">
            <a:avLst/>
          </a:prstGeom>
          <a:noFill/>
          <a:ln cap="flat" cmpd="sng" w="17100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332" name="Google Shape;332;g3f4729efffc_2_277"/>
          <p:cNvSpPr txBox="1"/>
          <p:nvPr>
            <p:ph type="title"/>
          </p:nvPr>
        </p:nvSpPr>
        <p:spPr>
          <a:xfrm>
            <a:off x="605980" y="310143"/>
            <a:ext cx="10515600" cy="64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</a:pPr>
            <a:r>
              <a:rPr b="1" lang="ko-KR" sz="3200">
                <a:latin typeface="Asta Sans"/>
                <a:ea typeface="Asta Sans"/>
                <a:cs typeface="Asta Sans"/>
                <a:sym typeface="Asta Sans"/>
              </a:rPr>
              <a:t> Pull Request 봇 사용 - </a:t>
            </a:r>
            <a:r>
              <a:rPr b="1" lang="ko-KR" sz="3200">
                <a:latin typeface="Asta Sans"/>
                <a:ea typeface="Asta Sans"/>
                <a:cs typeface="Asta Sans"/>
                <a:sym typeface="Asta Sans"/>
              </a:rPr>
              <a:t>예시</a:t>
            </a:r>
            <a:endParaRPr>
              <a:latin typeface="Asta Sans"/>
              <a:ea typeface="Asta Sans"/>
              <a:cs typeface="Asta Sans"/>
              <a:sym typeface="Asta Sans"/>
            </a:endParaRPr>
          </a:p>
        </p:txBody>
      </p:sp>
      <p:pic>
        <p:nvPicPr>
          <p:cNvPr id="333" name="Google Shape;333;g3f4729efffc_2_27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120250" y="1744325"/>
            <a:ext cx="2503019" cy="4238910"/>
          </a:xfrm>
          <a:prstGeom prst="rect">
            <a:avLst/>
          </a:prstGeom>
          <a:noFill/>
          <a:ln cap="flat" cmpd="sng" w="855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334" name="Google Shape;334;g3f4729efffc_2_277"/>
          <p:cNvSpPr/>
          <p:nvPr/>
        </p:nvSpPr>
        <p:spPr>
          <a:xfrm>
            <a:off x="6391623" y="3368173"/>
            <a:ext cx="3806700" cy="1441800"/>
          </a:xfrm>
          <a:prstGeom prst="rect">
            <a:avLst/>
          </a:prstGeom>
          <a:noFill/>
          <a:ln cap="flat" cmpd="sng" w="2565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82050" lIns="82050" spcFirstLastPara="1" rIns="82050" wrap="square" tIns="8205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56"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335" name="Google Shape;335;g3f4729efffc_2_277"/>
          <p:cNvSpPr txBox="1"/>
          <p:nvPr/>
        </p:nvSpPr>
        <p:spPr>
          <a:xfrm>
            <a:off x="2255538" y="6166725"/>
            <a:ext cx="3000000" cy="4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000">
                <a:solidFill>
                  <a:schemeClr val="dk1"/>
                </a:solidFill>
                <a:latin typeface="Asta Sans"/>
                <a:ea typeface="Asta Sans"/>
                <a:cs typeface="Asta Sans"/>
                <a:sym typeface="Asta Sans"/>
              </a:rPr>
              <a:t>Coverage 자동 측정</a:t>
            </a:r>
            <a:endParaRPr/>
          </a:p>
        </p:txBody>
      </p:sp>
      <p:sp>
        <p:nvSpPr>
          <p:cNvPr id="336" name="Google Shape;336;g3f4729efffc_2_277"/>
          <p:cNvSpPr txBox="1"/>
          <p:nvPr/>
        </p:nvSpPr>
        <p:spPr>
          <a:xfrm>
            <a:off x="6945938" y="6166725"/>
            <a:ext cx="3000000" cy="4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000">
                <a:solidFill>
                  <a:schemeClr val="dk1"/>
                </a:solidFill>
                <a:latin typeface="Asta Sans"/>
                <a:ea typeface="Asta Sans"/>
                <a:cs typeface="Asta Sans"/>
                <a:sym typeface="Asta Sans"/>
              </a:rPr>
              <a:t>PR Comment 작성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g3f4729efffc_2_202"/>
          <p:cNvSpPr txBox="1"/>
          <p:nvPr>
            <p:ph idx="1" type="body"/>
          </p:nvPr>
        </p:nvSpPr>
        <p:spPr>
          <a:xfrm>
            <a:off x="1632000" y="1860184"/>
            <a:ext cx="8928000" cy="2533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0" spcFirstLastPara="1" rIns="91425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None/>
            </a:pPr>
            <a:r>
              <a:rPr lang="ko-KR" sz="4000">
                <a:latin typeface="Asta Sans"/>
                <a:ea typeface="Asta Sans"/>
                <a:cs typeface="Asta Sans"/>
                <a:sym typeface="Asta Sans"/>
              </a:rPr>
              <a:t>Project 시연</a:t>
            </a:r>
            <a:endParaRPr sz="4000">
              <a:latin typeface="Asta Sans"/>
              <a:ea typeface="Asta Sans"/>
              <a:cs typeface="Asta Sans"/>
              <a:sym typeface="Asta Sans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5" name="Shape 3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6" name="Google Shape;346;g3f4729efffc_17_42"/>
          <p:cNvSpPr txBox="1"/>
          <p:nvPr>
            <p:ph type="title"/>
          </p:nvPr>
        </p:nvSpPr>
        <p:spPr>
          <a:xfrm>
            <a:off x="605980" y="310143"/>
            <a:ext cx="10515600" cy="6498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ko-KR" sz="3200"/>
              <a:t>[prompt] </a:t>
            </a:r>
            <a:r>
              <a:rPr b="1" lang="ko-KR" sz="3200"/>
              <a:t>구구단</a:t>
            </a:r>
            <a:endParaRPr b="1" i="1" sz="3200"/>
          </a:p>
        </p:txBody>
      </p:sp>
      <p:sp>
        <p:nvSpPr>
          <p:cNvPr id="347" name="Google Shape;347;g3f4729efffc_17_42"/>
          <p:cNvSpPr txBox="1"/>
          <p:nvPr/>
        </p:nvSpPr>
        <p:spPr>
          <a:xfrm>
            <a:off x="348000" y="1365275"/>
            <a:ext cx="6324300" cy="5187300"/>
          </a:xfrm>
          <a:prstGeom prst="rect">
            <a:avLst/>
          </a:prstGeom>
          <a:solidFill>
            <a:schemeClr val="dk1"/>
          </a:solidFill>
          <a:ln cap="flat" cmpd="sng" w="9525">
            <a:solidFill>
              <a:srgbClr val="1155C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ko-KR" sz="1300">
                <a:solidFill>
                  <a:schemeClr val="lt1"/>
                </a:solidFill>
                <a:latin typeface="Courier New"/>
                <a:ea typeface="Courier New"/>
                <a:cs typeface="Courier New"/>
                <a:sym typeface="Courier New"/>
              </a:rPr>
              <a:t>Class Calculator {</a:t>
            </a:r>
            <a:endParaRPr sz="1300">
              <a:solidFill>
                <a:schemeClr val="lt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ko-KR" sz="1300">
                <a:solidFill>
                  <a:schemeClr val="lt1"/>
                </a:solidFill>
                <a:latin typeface="Courier New"/>
                <a:ea typeface="Courier New"/>
                <a:cs typeface="Courier New"/>
                <a:sym typeface="Courier New"/>
              </a:rPr>
              <a:t>  init(title) {</a:t>
            </a:r>
            <a:endParaRPr sz="1300">
              <a:solidFill>
                <a:schemeClr val="lt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ko-KR" sz="1300">
                <a:solidFill>
                  <a:schemeClr val="lt1"/>
                </a:solidFill>
                <a:latin typeface="Courier New"/>
                <a:ea typeface="Courier New"/>
                <a:cs typeface="Courier New"/>
                <a:sym typeface="Courier New"/>
              </a:rPr>
              <a:t>	  This.title = title;</a:t>
            </a:r>
            <a:endParaRPr sz="1300">
              <a:solidFill>
                <a:schemeClr val="lt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ko-KR" sz="1300">
                <a:solidFill>
                  <a:schemeClr val="lt1"/>
                </a:solidFill>
                <a:latin typeface="Courier New"/>
                <a:ea typeface="Courier New"/>
                <a:cs typeface="Courier New"/>
                <a:sym typeface="Courier New"/>
              </a:rPr>
              <a:t>  }</a:t>
            </a:r>
            <a:endParaRPr sz="1300">
              <a:solidFill>
                <a:schemeClr val="lt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ko-KR" sz="1300">
                <a:solidFill>
                  <a:schemeClr val="lt1"/>
                </a:solidFill>
                <a:latin typeface="Courier New"/>
                <a:ea typeface="Courier New"/>
                <a:cs typeface="Courier New"/>
                <a:sym typeface="Courier New"/>
              </a:rPr>
              <a:t>  mul(a, b) {</a:t>
            </a:r>
            <a:endParaRPr sz="1300">
              <a:solidFill>
                <a:schemeClr val="lt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ko-KR" sz="1300">
                <a:solidFill>
                  <a:schemeClr val="lt1"/>
                </a:solidFill>
                <a:latin typeface="Courier New"/>
                <a:ea typeface="Courier New"/>
                <a:cs typeface="Courier New"/>
                <a:sym typeface="Courier New"/>
              </a:rPr>
              <a:t>	  printn a;</a:t>
            </a:r>
            <a:endParaRPr sz="1300">
              <a:solidFill>
                <a:schemeClr val="lt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ko-KR" sz="1300">
                <a:solidFill>
                  <a:schemeClr val="lt1"/>
                </a:solidFill>
                <a:latin typeface="Courier New"/>
                <a:ea typeface="Courier New"/>
                <a:cs typeface="Courier New"/>
                <a:sym typeface="Courier New"/>
              </a:rPr>
              <a:t>	  printn " x ";</a:t>
            </a:r>
            <a:endParaRPr sz="1300">
              <a:solidFill>
                <a:schemeClr val="lt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ko-KR" sz="1300">
                <a:solidFill>
                  <a:schemeClr val="lt1"/>
                </a:solidFill>
                <a:latin typeface="Courier New"/>
                <a:ea typeface="Courier New"/>
                <a:cs typeface="Courier New"/>
                <a:sym typeface="Courier New"/>
              </a:rPr>
              <a:t>	  printn b;</a:t>
            </a:r>
            <a:endParaRPr sz="1300">
              <a:solidFill>
                <a:schemeClr val="lt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ko-KR" sz="1300">
                <a:solidFill>
                  <a:schemeClr val="lt1"/>
                </a:solidFill>
                <a:latin typeface="Courier New"/>
                <a:ea typeface="Courier New"/>
                <a:cs typeface="Courier New"/>
                <a:sym typeface="Courier New"/>
              </a:rPr>
              <a:t>	  printn " = ";</a:t>
            </a:r>
            <a:endParaRPr sz="1300">
              <a:solidFill>
                <a:schemeClr val="lt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ko-KR" sz="1300">
                <a:solidFill>
                  <a:schemeClr val="lt1"/>
                </a:solidFill>
                <a:latin typeface="Courier New"/>
                <a:ea typeface="Courier New"/>
                <a:cs typeface="Courier New"/>
                <a:sym typeface="Courier New"/>
              </a:rPr>
              <a:t>	  print a * b;</a:t>
            </a:r>
            <a:endParaRPr sz="1300">
              <a:solidFill>
                <a:schemeClr val="lt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ko-KR" sz="1300">
                <a:solidFill>
                  <a:schemeClr val="lt1"/>
                </a:solidFill>
                <a:latin typeface="Courier New"/>
                <a:ea typeface="Courier New"/>
                <a:cs typeface="Courier New"/>
                <a:sym typeface="Courier New"/>
              </a:rPr>
              <a:t>  }</a:t>
            </a:r>
            <a:endParaRPr sz="1300">
              <a:solidFill>
                <a:schemeClr val="lt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ko-KR" sz="1300">
                <a:solidFill>
                  <a:schemeClr val="lt1"/>
                </a:solidFill>
                <a:latin typeface="Courier New"/>
                <a:ea typeface="Courier New"/>
                <a:cs typeface="Courier New"/>
                <a:sym typeface="Courier New"/>
              </a:rPr>
              <a:t>}</a:t>
            </a:r>
            <a:endParaRPr sz="1300">
              <a:solidFill>
                <a:schemeClr val="lt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300">
              <a:solidFill>
                <a:schemeClr val="lt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ko-KR" sz="1300">
                <a:solidFill>
                  <a:schemeClr val="lt1"/>
                </a:solidFill>
                <a:latin typeface="Courier New"/>
                <a:ea typeface="Courier New"/>
                <a:cs typeface="Courier New"/>
                <a:sym typeface="Courier New"/>
              </a:rPr>
              <a:t>var calc = Calculator("구구단");</a:t>
            </a:r>
            <a:endParaRPr sz="1300">
              <a:solidFill>
                <a:schemeClr val="lt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ko-KR" sz="1300">
                <a:solidFill>
                  <a:schemeClr val="lt1"/>
                </a:solidFill>
                <a:latin typeface="Courier New"/>
                <a:ea typeface="Courier New"/>
                <a:cs typeface="Courier New"/>
                <a:sym typeface="Courier New"/>
              </a:rPr>
              <a:t>for</a:t>
            </a:r>
            <a:r>
              <a:rPr lang="ko-KR" sz="1300">
                <a:solidFill>
                  <a:srgbClr val="9900FF"/>
                </a:solidFill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ko-KR" sz="1300">
                <a:solidFill>
                  <a:schemeClr val="lt1"/>
                </a:solidFill>
                <a:latin typeface="Courier New"/>
                <a:ea typeface="Courier New"/>
                <a:cs typeface="Courier New"/>
                <a:sym typeface="Courier New"/>
              </a:rPr>
              <a:t>(var dan = 2; dan &lt; 10; dan = dan + 1) {</a:t>
            </a:r>
            <a:endParaRPr sz="1300">
              <a:solidFill>
                <a:schemeClr val="lt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ko-KR" sz="1300">
                <a:solidFill>
                  <a:schemeClr val="lt1"/>
                </a:solidFill>
                <a:latin typeface="Courier New"/>
                <a:ea typeface="Courier New"/>
                <a:cs typeface="Courier New"/>
                <a:sym typeface="Courier New"/>
              </a:rPr>
              <a:t>  print "================================";</a:t>
            </a:r>
            <a:endParaRPr sz="1300">
              <a:solidFill>
                <a:schemeClr val="lt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ko-KR" sz="1300">
                <a:solidFill>
                  <a:schemeClr val="lt1"/>
                </a:solidFill>
                <a:latin typeface="Courier New"/>
                <a:ea typeface="Courier New"/>
                <a:cs typeface="Courier New"/>
                <a:sym typeface="Courier New"/>
              </a:rPr>
              <a:t>  printn calc.title;</a:t>
            </a:r>
            <a:endParaRPr sz="1300">
              <a:solidFill>
                <a:schemeClr val="lt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ko-KR" sz="1300">
                <a:solidFill>
                  <a:schemeClr val="lt1"/>
                </a:solidFill>
                <a:latin typeface="Courier New"/>
                <a:ea typeface="Courier New"/>
                <a:cs typeface="Courier New"/>
                <a:sym typeface="Courier New"/>
              </a:rPr>
              <a:t>  printn ": ";</a:t>
            </a:r>
            <a:endParaRPr sz="1300">
              <a:solidFill>
                <a:schemeClr val="lt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ko-KR" sz="1300">
                <a:solidFill>
                  <a:schemeClr val="lt1"/>
                </a:solidFill>
                <a:latin typeface="Courier New"/>
                <a:ea typeface="Courier New"/>
                <a:cs typeface="Courier New"/>
                <a:sym typeface="Courier New"/>
              </a:rPr>
              <a:t>  print dan;</a:t>
            </a:r>
            <a:endParaRPr sz="1300">
              <a:solidFill>
                <a:schemeClr val="lt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ko-KR" sz="1300">
                <a:solidFill>
                  <a:schemeClr val="lt1"/>
                </a:solidFill>
                <a:latin typeface="Courier New"/>
                <a:ea typeface="Courier New"/>
                <a:cs typeface="Courier New"/>
                <a:sym typeface="Courier New"/>
              </a:rPr>
              <a:t>  print "================================";</a:t>
            </a:r>
            <a:endParaRPr sz="1300">
              <a:solidFill>
                <a:schemeClr val="lt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ko-KR" sz="1300">
                <a:solidFill>
                  <a:schemeClr val="lt1"/>
                </a:solidFill>
                <a:latin typeface="Courier New"/>
                <a:ea typeface="Courier New"/>
                <a:cs typeface="Courier New"/>
                <a:sym typeface="Courier New"/>
              </a:rPr>
              <a:t>  for (var i = 1; i &lt; 10; i = i + 1) {</a:t>
            </a:r>
            <a:endParaRPr sz="1300">
              <a:solidFill>
                <a:schemeClr val="lt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ko-KR" sz="1300">
                <a:solidFill>
                  <a:schemeClr val="lt1"/>
                </a:solidFill>
                <a:latin typeface="Courier New"/>
                <a:ea typeface="Courier New"/>
                <a:cs typeface="Courier New"/>
                <a:sym typeface="Courier New"/>
              </a:rPr>
              <a:t>	  calc.mul(dan, i);</a:t>
            </a:r>
            <a:endParaRPr sz="1300">
              <a:solidFill>
                <a:schemeClr val="lt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ko-KR" sz="1300">
                <a:solidFill>
                  <a:schemeClr val="lt1"/>
                </a:solidFill>
                <a:latin typeface="Courier New"/>
                <a:ea typeface="Courier New"/>
                <a:cs typeface="Courier New"/>
                <a:sym typeface="Courier New"/>
              </a:rPr>
              <a:t>  }</a:t>
            </a:r>
            <a:endParaRPr sz="1300">
              <a:solidFill>
                <a:schemeClr val="lt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ko-KR" sz="1300">
                <a:solidFill>
                  <a:schemeClr val="lt1"/>
                </a:solidFill>
                <a:latin typeface="Courier New"/>
                <a:ea typeface="Courier New"/>
                <a:cs typeface="Courier New"/>
                <a:sym typeface="Courier New"/>
              </a:rPr>
              <a:t>}</a:t>
            </a:r>
            <a:endParaRPr sz="1300">
              <a:solidFill>
                <a:schemeClr val="lt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00">
              <a:solidFill>
                <a:schemeClr val="lt1"/>
              </a:solidFill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348" name="Google Shape;348;g3f4729efffc_17_42"/>
          <p:cNvSpPr txBox="1"/>
          <p:nvPr/>
        </p:nvSpPr>
        <p:spPr>
          <a:xfrm>
            <a:off x="7951450" y="2628575"/>
            <a:ext cx="3975900" cy="39867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ko-KR" sz="1300">
                <a:solidFill>
                  <a:schemeClr val="lt1"/>
                </a:solidFill>
                <a:latin typeface="Courier New"/>
                <a:ea typeface="Courier New"/>
                <a:cs typeface="Courier New"/>
                <a:sym typeface="Courier New"/>
              </a:rPr>
              <a:t>================================</a:t>
            </a:r>
            <a:endParaRPr sz="1300">
              <a:solidFill>
                <a:schemeClr val="lt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ko-KR" sz="1300">
                <a:solidFill>
                  <a:schemeClr val="lt1"/>
                </a:solidFill>
                <a:latin typeface="Courier New"/>
                <a:ea typeface="Courier New"/>
                <a:cs typeface="Courier New"/>
                <a:sym typeface="Courier New"/>
              </a:rPr>
              <a:t>구구단: 2</a:t>
            </a:r>
            <a:endParaRPr sz="1300">
              <a:solidFill>
                <a:schemeClr val="lt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ko-KR" sz="1300">
                <a:solidFill>
                  <a:schemeClr val="lt1"/>
                </a:solidFill>
                <a:latin typeface="Courier New"/>
                <a:ea typeface="Courier New"/>
                <a:cs typeface="Courier New"/>
                <a:sym typeface="Courier New"/>
              </a:rPr>
              <a:t>================================</a:t>
            </a:r>
            <a:endParaRPr sz="1300">
              <a:solidFill>
                <a:schemeClr val="lt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ko-KR" sz="1300">
                <a:solidFill>
                  <a:schemeClr val="lt1"/>
                </a:solidFill>
                <a:latin typeface="Courier New"/>
                <a:ea typeface="Courier New"/>
                <a:cs typeface="Courier New"/>
                <a:sym typeface="Courier New"/>
              </a:rPr>
              <a:t>2 x 1 = 2</a:t>
            </a:r>
            <a:endParaRPr sz="1300">
              <a:solidFill>
                <a:schemeClr val="lt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ko-KR" sz="1300">
                <a:solidFill>
                  <a:schemeClr val="lt1"/>
                </a:solidFill>
                <a:latin typeface="Courier New"/>
                <a:ea typeface="Courier New"/>
                <a:cs typeface="Courier New"/>
                <a:sym typeface="Courier New"/>
              </a:rPr>
              <a:t>2 x 2 = 4</a:t>
            </a:r>
            <a:endParaRPr sz="1300">
              <a:solidFill>
                <a:schemeClr val="lt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ko-KR" sz="1300">
                <a:solidFill>
                  <a:schemeClr val="lt1"/>
                </a:solidFill>
                <a:latin typeface="Courier New"/>
                <a:ea typeface="Courier New"/>
                <a:cs typeface="Courier New"/>
                <a:sym typeface="Courier New"/>
              </a:rPr>
              <a:t>2 x 3 = 6</a:t>
            </a:r>
            <a:endParaRPr sz="1300">
              <a:solidFill>
                <a:schemeClr val="lt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ko-KR" sz="1300">
                <a:solidFill>
                  <a:schemeClr val="lt1"/>
                </a:solidFill>
                <a:latin typeface="Courier New"/>
                <a:ea typeface="Courier New"/>
                <a:cs typeface="Courier New"/>
                <a:sym typeface="Courier New"/>
              </a:rPr>
              <a:t>2 x 4 = 8</a:t>
            </a:r>
            <a:endParaRPr sz="1300">
              <a:solidFill>
                <a:schemeClr val="lt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ko-KR" sz="1300">
                <a:solidFill>
                  <a:schemeClr val="lt1"/>
                </a:solidFill>
                <a:latin typeface="Courier New"/>
                <a:ea typeface="Courier New"/>
                <a:cs typeface="Courier New"/>
                <a:sym typeface="Courier New"/>
              </a:rPr>
              <a:t>2 x 5 = 10</a:t>
            </a:r>
            <a:endParaRPr sz="1300">
              <a:solidFill>
                <a:schemeClr val="lt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ko-KR" sz="1300">
                <a:solidFill>
                  <a:schemeClr val="lt1"/>
                </a:solidFill>
                <a:latin typeface="Courier New"/>
                <a:ea typeface="Courier New"/>
                <a:cs typeface="Courier New"/>
                <a:sym typeface="Courier New"/>
              </a:rPr>
              <a:t>2 x 6 = 12</a:t>
            </a:r>
            <a:endParaRPr sz="1300">
              <a:solidFill>
                <a:schemeClr val="lt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ko-KR" sz="1300">
                <a:solidFill>
                  <a:schemeClr val="lt1"/>
                </a:solidFill>
                <a:latin typeface="Courier New"/>
                <a:ea typeface="Courier New"/>
                <a:cs typeface="Courier New"/>
                <a:sym typeface="Courier New"/>
              </a:rPr>
              <a:t>2 x 7 = 14</a:t>
            </a:r>
            <a:endParaRPr sz="1300">
              <a:solidFill>
                <a:schemeClr val="lt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ko-KR" sz="1300">
                <a:solidFill>
                  <a:schemeClr val="lt1"/>
                </a:solidFill>
                <a:latin typeface="Courier New"/>
                <a:ea typeface="Courier New"/>
                <a:cs typeface="Courier New"/>
                <a:sym typeface="Courier New"/>
              </a:rPr>
              <a:t>2 x 8 = 16</a:t>
            </a:r>
            <a:endParaRPr sz="1300">
              <a:solidFill>
                <a:schemeClr val="lt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ko-KR" sz="1300">
                <a:solidFill>
                  <a:schemeClr val="lt1"/>
                </a:solidFill>
                <a:latin typeface="Courier New"/>
                <a:ea typeface="Courier New"/>
                <a:cs typeface="Courier New"/>
                <a:sym typeface="Courier New"/>
              </a:rPr>
              <a:t>2 x 9 = 18</a:t>
            </a:r>
            <a:endParaRPr sz="1300">
              <a:solidFill>
                <a:schemeClr val="lt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ko-KR" sz="1300">
                <a:solidFill>
                  <a:schemeClr val="lt1"/>
                </a:solidFill>
                <a:latin typeface="Courier New"/>
                <a:ea typeface="Courier New"/>
                <a:cs typeface="Courier New"/>
                <a:sym typeface="Courier New"/>
              </a:rPr>
              <a:t>================================</a:t>
            </a:r>
            <a:endParaRPr sz="1300">
              <a:solidFill>
                <a:schemeClr val="lt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ko-KR" sz="1300">
                <a:solidFill>
                  <a:schemeClr val="lt1"/>
                </a:solidFill>
                <a:latin typeface="Courier New"/>
                <a:ea typeface="Courier New"/>
                <a:cs typeface="Courier New"/>
                <a:sym typeface="Courier New"/>
              </a:rPr>
              <a:t>구구단: 3</a:t>
            </a:r>
            <a:endParaRPr sz="1300">
              <a:solidFill>
                <a:schemeClr val="lt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ko-KR" sz="1300">
                <a:solidFill>
                  <a:schemeClr val="lt1"/>
                </a:solidFill>
                <a:latin typeface="Courier New"/>
                <a:ea typeface="Courier New"/>
                <a:cs typeface="Courier New"/>
                <a:sym typeface="Courier New"/>
              </a:rPr>
              <a:t>================================</a:t>
            </a:r>
            <a:endParaRPr sz="1300">
              <a:solidFill>
                <a:schemeClr val="lt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ko-KR" sz="1300">
                <a:solidFill>
                  <a:schemeClr val="lt1"/>
                </a:solidFill>
                <a:latin typeface="Courier New"/>
                <a:ea typeface="Courier New"/>
                <a:cs typeface="Courier New"/>
                <a:sym typeface="Courier New"/>
              </a:rPr>
              <a:t>3 x 1 = 3</a:t>
            </a:r>
            <a:endParaRPr sz="1300">
              <a:solidFill>
                <a:schemeClr val="lt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ko-KR" sz="1300">
                <a:solidFill>
                  <a:schemeClr val="lt1"/>
                </a:solidFill>
                <a:latin typeface="Courier New"/>
                <a:ea typeface="Courier New"/>
                <a:cs typeface="Courier New"/>
                <a:sym typeface="Courier New"/>
              </a:rPr>
              <a:t>3 x 2 = 6</a:t>
            </a:r>
            <a:endParaRPr sz="1300">
              <a:solidFill>
                <a:schemeClr val="lt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ko-KR" sz="1300">
                <a:solidFill>
                  <a:schemeClr val="lt1"/>
                </a:solidFill>
                <a:latin typeface="Courier New"/>
                <a:ea typeface="Courier New"/>
                <a:cs typeface="Courier New"/>
                <a:sym typeface="Courier New"/>
              </a:rPr>
              <a:t>3 x 3 = 9</a:t>
            </a:r>
            <a:endParaRPr sz="1300">
              <a:solidFill>
                <a:schemeClr val="lt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300">
                <a:solidFill>
                  <a:schemeClr val="lt1"/>
                </a:solidFill>
                <a:latin typeface="Courier New"/>
                <a:ea typeface="Courier New"/>
                <a:cs typeface="Courier New"/>
                <a:sym typeface="Courier New"/>
              </a:rPr>
              <a:t>… </a:t>
            </a:r>
            <a:endParaRPr sz="1300">
              <a:solidFill>
                <a:schemeClr val="lt1"/>
              </a:solidFill>
              <a:latin typeface="Courier New"/>
              <a:ea typeface="Courier New"/>
              <a:cs typeface="Courier New"/>
              <a:sym typeface="Courier New"/>
            </a:endParaRPr>
          </a:p>
        </p:txBody>
      </p:sp>
      <p:pic>
        <p:nvPicPr>
          <p:cNvPr id="349" name="Google Shape;349;g3f4729efffc_17_4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192678" y="1063760"/>
            <a:ext cx="8901271" cy="146100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g3f4729efffc_17_4"/>
          <p:cNvSpPr txBox="1"/>
          <p:nvPr>
            <p:ph type="title"/>
          </p:nvPr>
        </p:nvSpPr>
        <p:spPr>
          <a:xfrm>
            <a:off x="605980" y="310143"/>
            <a:ext cx="10515600" cy="64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</a:pPr>
            <a:r>
              <a:rPr b="1" lang="ko-KR" sz="3200">
                <a:latin typeface="Asta Sans"/>
                <a:ea typeface="Asta Sans"/>
                <a:cs typeface="Asta Sans"/>
                <a:sym typeface="Asta Sans"/>
              </a:rPr>
              <a:t>[run] 동물 보호소 프로젝트</a:t>
            </a:r>
            <a:endParaRPr b="1" sz="3200">
              <a:latin typeface="Asta Sans"/>
              <a:ea typeface="Asta Sans"/>
              <a:cs typeface="Asta Sans"/>
              <a:sym typeface="Asta Sans"/>
            </a:endParaRPr>
          </a:p>
        </p:txBody>
      </p:sp>
      <p:sp>
        <p:nvSpPr>
          <p:cNvPr id="355" name="Google Shape;355;g3f4729efffc_17_4"/>
          <p:cNvSpPr txBox="1"/>
          <p:nvPr>
            <p:ph idx="1" type="body"/>
          </p:nvPr>
        </p:nvSpPr>
        <p:spPr>
          <a:xfrm>
            <a:off x="605975" y="1316375"/>
            <a:ext cx="11378400" cy="4927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sta Sans"/>
              <a:buChar char="●"/>
            </a:pPr>
            <a:r>
              <a:t/>
            </a:r>
            <a:endParaRPr>
              <a:latin typeface="Asta Sans"/>
              <a:ea typeface="Asta Sans"/>
              <a:cs typeface="Asta Sans"/>
              <a:sym typeface="Asta San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Asta Sans"/>
              <a:ea typeface="Asta Sans"/>
              <a:cs typeface="Asta Sans"/>
              <a:sym typeface="Asta Sans"/>
            </a:endParaRPr>
          </a:p>
          <a:p>
            <a:pPr indent="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Asta Sans"/>
              <a:ea typeface="Asta Sans"/>
              <a:cs typeface="Asta Sans"/>
              <a:sym typeface="Asta San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Asta Sans"/>
              <a:ea typeface="Asta Sans"/>
              <a:cs typeface="Asta Sans"/>
              <a:sym typeface="Asta Sans"/>
            </a:endParaRPr>
          </a:p>
        </p:txBody>
      </p:sp>
      <p:pic>
        <p:nvPicPr>
          <p:cNvPr id="356" name="Google Shape;356;g3f4729efffc_17_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34825" y="1257075"/>
            <a:ext cx="5108475" cy="3668799"/>
          </a:xfrm>
          <a:prstGeom prst="rect">
            <a:avLst/>
          </a:prstGeom>
          <a:noFill/>
          <a:ln>
            <a:noFill/>
          </a:ln>
        </p:spPr>
      </p:pic>
      <p:sp>
        <p:nvSpPr>
          <p:cNvPr id="357" name="Google Shape;357;g3f4729efffc_17_4"/>
          <p:cNvSpPr txBox="1"/>
          <p:nvPr/>
        </p:nvSpPr>
        <p:spPr>
          <a:xfrm>
            <a:off x="5363025" y="1080875"/>
            <a:ext cx="3363300" cy="571050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ko-KR" sz="10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import "</a:t>
            </a:r>
            <a:r>
              <a:rPr b="1" lang="ko-KR" sz="1000">
                <a:solidFill>
                  <a:srgbClr val="005AB4"/>
                </a:solidFill>
                <a:latin typeface="Courier New"/>
                <a:ea typeface="Courier New"/>
                <a:cs typeface="Courier New"/>
                <a:sym typeface="Courier New"/>
              </a:rPr>
              <a:t>shelter_utils.txt</a:t>
            </a:r>
            <a:r>
              <a:rPr lang="ko-KR" sz="10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" alias shelter;</a:t>
            </a:r>
            <a:endParaRPr sz="10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0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ko-KR" sz="10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Class </a:t>
            </a:r>
            <a:r>
              <a:rPr b="1" lang="ko-KR" sz="1300">
                <a:solidFill>
                  <a:srgbClr val="0000FF"/>
                </a:solidFill>
                <a:latin typeface="Courier New"/>
                <a:ea typeface="Courier New"/>
                <a:cs typeface="Courier New"/>
                <a:sym typeface="Courier New"/>
              </a:rPr>
              <a:t>Animal </a:t>
            </a:r>
            <a:r>
              <a:rPr lang="ko-KR" sz="10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{</a:t>
            </a:r>
            <a:endParaRPr sz="10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ko-KR" sz="10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   init(name, weight) {</a:t>
            </a:r>
            <a:endParaRPr sz="10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ko-KR" sz="10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       This.name = name;</a:t>
            </a:r>
            <a:endParaRPr sz="10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ko-KR" sz="10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       This.weight = weight;</a:t>
            </a:r>
            <a:endParaRPr sz="10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ko-KR" sz="10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   }</a:t>
            </a:r>
            <a:endParaRPr sz="10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ko-KR" sz="10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   speak() {</a:t>
            </a:r>
            <a:endParaRPr sz="10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ko-KR" sz="10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       print This.name + " makes a sound.";</a:t>
            </a:r>
            <a:endParaRPr sz="10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ko-KR" sz="10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   }</a:t>
            </a:r>
            <a:endParaRPr sz="10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ko-KR" sz="10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   feed(portion) {</a:t>
            </a:r>
            <a:endParaRPr sz="10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ko-KR" sz="10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       print This.name + "'s meal is ready:";</a:t>
            </a:r>
            <a:endParaRPr sz="10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ko-KR" sz="10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       print portion;</a:t>
            </a:r>
            <a:endParaRPr sz="10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ko-KR" sz="10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   }</a:t>
            </a:r>
            <a:endParaRPr sz="1000">
              <a:solidFill>
                <a:schemeClr val="lt2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ko-KR" sz="10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   </a:t>
            </a:r>
            <a:r>
              <a:rPr b="1" lang="ko-KR" sz="1000" u="sng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totalFood</a:t>
            </a:r>
            <a:r>
              <a:rPr lang="ko-KR" sz="10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(portion, days) {</a:t>
            </a:r>
            <a:endParaRPr sz="10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ko-KR" sz="10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       if (days &lt; 1) return 0;</a:t>
            </a:r>
            <a:endParaRPr sz="10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ko-KR" sz="10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       return portion + This.totalFood(portion, days - 1);</a:t>
            </a:r>
            <a:endParaRPr sz="10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ko-KR" sz="10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   }</a:t>
            </a:r>
            <a:endParaRPr sz="10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ko-KR" sz="10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}</a:t>
            </a:r>
            <a:endParaRPr sz="10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0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ko-KR" sz="10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Class </a:t>
            </a:r>
            <a:r>
              <a:rPr b="1" lang="ko-KR" sz="1300">
                <a:solidFill>
                  <a:srgbClr val="9900FF"/>
                </a:solidFill>
                <a:latin typeface="Courier New"/>
                <a:ea typeface="Courier New"/>
                <a:cs typeface="Courier New"/>
                <a:sym typeface="Courier New"/>
              </a:rPr>
              <a:t>Dog </a:t>
            </a:r>
            <a:r>
              <a:rPr lang="ko-KR" sz="10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: </a:t>
            </a:r>
            <a:r>
              <a:rPr lang="ko-KR" sz="1000">
                <a:solidFill>
                  <a:srgbClr val="0000FF"/>
                </a:solidFill>
                <a:latin typeface="Courier New"/>
                <a:ea typeface="Courier New"/>
                <a:cs typeface="Courier New"/>
                <a:sym typeface="Courier New"/>
              </a:rPr>
              <a:t>Animal </a:t>
            </a:r>
            <a:r>
              <a:rPr lang="ko-KR" sz="10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{</a:t>
            </a:r>
            <a:endParaRPr sz="10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ko-KR" sz="10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   speak() {</a:t>
            </a:r>
            <a:endParaRPr sz="10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ko-KR" sz="10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       print This.name + " says: Woof";</a:t>
            </a:r>
            <a:endParaRPr sz="10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ko-KR" sz="10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   }</a:t>
            </a:r>
            <a:endParaRPr sz="10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ko-KR" sz="10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}</a:t>
            </a:r>
            <a:endParaRPr sz="10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0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ko-KR" sz="10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Class </a:t>
            </a:r>
            <a:r>
              <a:rPr b="1" lang="ko-KR" sz="1300">
                <a:solidFill>
                  <a:srgbClr val="9900FF"/>
                </a:solidFill>
                <a:latin typeface="Courier New"/>
                <a:ea typeface="Courier New"/>
                <a:cs typeface="Courier New"/>
                <a:sym typeface="Courier New"/>
              </a:rPr>
              <a:t>Cat </a:t>
            </a:r>
            <a:r>
              <a:rPr lang="ko-KR" sz="10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: </a:t>
            </a:r>
            <a:r>
              <a:rPr lang="ko-KR" sz="1000">
                <a:solidFill>
                  <a:srgbClr val="0000FF"/>
                </a:solidFill>
                <a:latin typeface="Courier New"/>
                <a:ea typeface="Courier New"/>
                <a:cs typeface="Courier New"/>
                <a:sym typeface="Courier New"/>
              </a:rPr>
              <a:t>Animal </a:t>
            </a:r>
            <a:r>
              <a:rPr lang="ko-KR" sz="10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{</a:t>
            </a:r>
            <a:endParaRPr sz="10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ko-KR" sz="10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   speak() {</a:t>
            </a:r>
            <a:endParaRPr sz="10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ko-KR" sz="10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       print This.name + " says: Meow";</a:t>
            </a:r>
            <a:endParaRPr sz="10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ko-KR" sz="10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   }</a:t>
            </a:r>
            <a:endParaRPr sz="10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ko-KR" sz="10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}</a:t>
            </a:r>
            <a:endParaRPr sz="10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358" name="Google Shape;358;g3f4729efffc_17_4"/>
          <p:cNvSpPr txBox="1"/>
          <p:nvPr/>
        </p:nvSpPr>
        <p:spPr>
          <a:xfrm>
            <a:off x="9287975" y="804875"/>
            <a:ext cx="2696400" cy="800400"/>
          </a:xfrm>
          <a:prstGeom prst="rect">
            <a:avLst/>
          </a:prstGeom>
          <a:solidFill>
            <a:srgbClr val="C9DAF8"/>
          </a:solidFill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ko-KR" sz="10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Func </a:t>
            </a:r>
            <a:r>
              <a:rPr lang="ko-KR" sz="10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foodPortion</a:t>
            </a:r>
            <a:r>
              <a:rPr b="1" lang="ko-KR" sz="10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(weight) {</a:t>
            </a:r>
            <a:endParaRPr b="1" sz="10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ko-KR" sz="10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   return weight / 2;</a:t>
            </a:r>
            <a:endParaRPr b="1" sz="10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ko-KR" sz="10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}</a:t>
            </a:r>
            <a:endParaRPr b="1" sz="10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ko-KR" sz="10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var dailyVisitors = 12;</a:t>
            </a:r>
            <a:endParaRPr b="1" sz="10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359" name="Google Shape;359;g3f4729efffc_17_4"/>
          <p:cNvSpPr txBox="1"/>
          <p:nvPr/>
        </p:nvSpPr>
        <p:spPr>
          <a:xfrm>
            <a:off x="8364275" y="1835075"/>
            <a:ext cx="3620100" cy="495630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ko-KR" sz="10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var d = Dog("Rex", 20);</a:t>
            </a:r>
            <a:endParaRPr b="1" sz="10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ko-KR" sz="10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var c = Cat("Nabi", 4);</a:t>
            </a:r>
            <a:endParaRPr b="1" sz="10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b="1" sz="10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ko-KR" sz="10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print "&lt;Morning roll call&gt;";</a:t>
            </a:r>
            <a:endParaRPr b="1" sz="1000">
              <a:solidFill>
                <a:schemeClr val="accent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ko-KR" sz="1000">
                <a:solidFill>
                  <a:srgbClr val="005AB4"/>
                </a:solidFill>
                <a:latin typeface="Courier New"/>
                <a:ea typeface="Courier New"/>
                <a:cs typeface="Courier New"/>
                <a:sym typeface="Courier New"/>
              </a:rPr>
              <a:t>for (var i = 0; i &lt; 2; i = i + 1) {</a:t>
            </a:r>
            <a:endParaRPr b="1" sz="1000">
              <a:solidFill>
                <a:srgbClr val="005AB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ko-KR" sz="10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   d.</a:t>
            </a:r>
            <a:r>
              <a:rPr b="1" lang="ko-KR" sz="1000">
                <a:solidFill>
                  <a:srgbClr val="FF0000"/>
                </a:solidFill>
                <a:latin typeface="Courier New"/>
                <a:ea typeface="Courier New"/>
                <a:cs typeface="Courier New"/>
                <a:sym typeface="Courier New"/>
              </a:rPr>
              <a:t>speak();</a:t>
            </a:r>
            <a:endParaRPr b="1" sz="1000">
              <a:solidFill>
                <a:srgbClr val="FF0000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ko-KR" sz="10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   c.</a:t>
            </a:r>
            <a:r>
              <a:rPr b="1" lang="ko-KR" sz="1000">
                <a:solidFill>
                  <a:srgbClr val="FF0000"/>
                </a:solidFill>
                <a:latin typeface="Courier New"/>
                <a:ea typeface="Courier New"/>
                <a:cs typeface="Courier New"/>
                <a:sym typeface="Courier New"/>
              </a:rPr>
              <a:t>speak();</a:t>
            </a:r>
            <a:endParaRPr b="1" sz="1000">
              <a:solidFill>
                <a:srgbClr val="FF0000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ko-KR" sz="10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}</a:t>
            </a:r>
            <a:endParaRPr b="1" sz="10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b="1" sz="10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ko-KR" sz="10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print "&lt;Feeding time&gt;";</a:t>
            </a:r>
            <a:endParaRPr b="1" sz="10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ko-KR" sz="10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d.feed(</a:t>
            </a:r>
            <a:r>
              <a:rPr b="1" lang="ko-KR" sz="1000">
                <a:solidFill>
                  <a:srgbClr val="005AB4"/>
                </a:solidFill>
                <a:latin typeface="Courier New"/>
                <a:ea typeface="Courier New"/>
                <a:cs typeface="Courier New"/>
                <a:sym typeface="Courier New"/>
              </a:rPr>
              <a:t>shelter.foodPortion</a:t>
            </a:r>
            <a:r>
              <a:rPr b="1" lang="ko-KR" sz="10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(d.weight));</a:t>
            </a:r>
            <a:endParaRPr b="1" sz="10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ko-KR" sz="10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c.feed(</a:t>
            </a:r>
            <a:r>
              <a:rPr b="1" lang="ko-KR" sz="1000">
                <a:solidFill>
                  <a:srgbClr val="0000FF"/>
                </a:solidFill>
                <a:latin typeface="Courier New"/>
                <a:ea typeface="Courier New"/>
                <a:cs typeface="Courier New"/>
                <a:sym typeface="Courier New"/>
              </a:rPr>
              <a:t>shelter.foodPortion</a:t>
            </a:r>
            <a:r>
              <a:rPr b="1" lang="ko-KR" sz="10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(c.weight));</a:t>
            </a:r>
            <a:endParaRPr b="1" sz="10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b="1" sz="10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ko-KR" sz="10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print "3-day food total for Rex:";</a:t>
            </a:r>
            <a:endParaRPr b="1" sz="10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ko-KR" sz="10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print d.totalFood(</a:t>
            </a:r>
            <a:r>
              <a:rPr b="1" lang="ko-KR" sz="1000">
                <a:solidFill>
                  <a:schemeClr val="accent5"/>
                </a:solidFill>
                <a:latin typeface="Courier New"/>
                <a:ea typeface="Courier New"/>
                <a:cs typeface="Courier New"/>
                <a:sym typeface="Courier New"/>
              </a:rPr>
              <a:t>shelter.foodPortion</a:t>
            </a:r>
            <a:r>
              <a:rPr b="1" lang="ko-KR" sz="10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(d.weight), 3);</a:t>
            </a:r>
            <a:endParaRPr b="1" sz="10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ko-KR" sz="10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print "3-day food total for Nabi:";</a:t>
            </a:r>
            <a:endParaRPr b="1" sz="10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ko-KR" sz="10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print c.totalFood(</a:t>
            </a:r>
            <a:r>
              <a:rPr b="1" lang="ko-KR" sz="1000">
                <a:solidFill>
                  <a:schemeClr val="accent5"/>
                </a:solidFill>
                <a:latin typeface="Courier New"/>
                <a:ea typeface="Courier New"/>
                <a:cs typeface="Courier New"/>
                <a:sym typeface="Courier New"/>
              </a:rPr>
              <a:t>shelter.foodPortion</a:t>
            </a:r>
            <a:r>
              <a:rPr b="1" lang="ko-KR" sz="10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(c.weight), 3);</a:t>
            </a:r>
            <a:endParaRPr b="1" sz="10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b="1" sz="10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ko-KR" sz="10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print "Is Rex an Animal?";</a:t>
            </a:r>
            <a:endParaRPr b="1" sz="10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ko-KR" sz="10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print d </a:t>
            </a:r>
            <a:r>
              <a:rPr b="1" lang="ko-KR" sz="1000">
                <a:solidFill>
                  <a:schemeClr val="accent3"/>
                </a:solidFill>
                <a:latin typeface="Courier New"/>
                <a:ea typeface="Courier New"/>
                <a:cs typeface="Courier New"/>
                <a:sym typeface="Courier New"/>
              </a:rPr>
              <a:t>instanceof </a:t>
            </a:r>
            <a:r>
              <a:rPr b="1" lang="ko-KR" sz="10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Animal;</a:t>
            </a:r>
            <a:endParaRPr b="1" sz="10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ko-KR" sz="10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print "Is Nabi an Animal?";</a:t>
            </a:r>
            <a:endParaRPr b="1" sz="10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ko-KR" sz="10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print c </a:t>
            </a:r>
            <a:r>
              <a:rPr b="1" lang="ko-KR" sz="1000">
                <a:solidFill>
                  <a:schemeClr val="accent3"/>
                </a:solidFill>
                <a:latin typeface="Courier New"/>
                <a:ea typeface="Courier New"/>
                <a:cs typeface="Courier New"/>
                <a:sym typeface="Courier New"/>
              </a:rPr>
              <a:t>instanceof </a:t>
            </a:r>
            <a:r>
              <a:rPr b="1" lang="ko-KR" sz="10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Animal;</a:t>
            </a:r>
            <a:endParaRPr b="1" sz="10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ko-KR" sz="10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print "Is Rex a Cat?";</a:t>
            </a:r>
            <a:endParaRPr b="1" sz="10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ko-KR" sz="10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print d </a:t>
            </a:r>
            <a:r>
              <a:rPr b="1" lang="ko-KR" sz="1000">
                <a:solidFill>
                  <a:schemeClr val="accent3"/>
                </a:solidFill>
                <a:latin typeface="Courier New"/>
                <a:ea typeface="Courier New"/>
                <a:cs typeface="Courier New"/>
                <a:sym typeface="Courier New"/>
              </a:rPr>
              <a:t>instanceof </a:t>
            </a:r>
            <a:r>
              <a:rPr b="1" lang="ko-KR" sz="10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Cat;</a:t>
            </a:r>
            <a:endParaRPr b="1" sz="10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b="1" sz="10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ko-KR" sz="10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print "Today's shelter visitors:";</a:t>
            </a:r>
            <a:endParaRPr b="1" sz="10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ko-KR" sz="10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print </a:t>
            </a:r>
            <a:r>
              <a:rPr b="1" lang="ko-KR" sz="1000">
                <a:solidFill>
                  <a:schemeClr val="accent5"/>
                </a:solidFill>
                <a:latin typeface="Courier New"/>
                <a:ea typeface="Courier New"/>
                <a:cs typeface="Courier New"/>
                <a:sym typeface="Courier New"/>
              </a:rPr>
              <a:t>shelter.dailyVisitors;</a:t>
            </a:r>
            <a:endParaRPr sz="1000">
              <a:solidFill>
                <a:schemeClr val="accent5"/>
              </a:solidFill>
              <a:latin typeface="Courier New"/>
              <a:ea typeface="Courier New"/>
              <a:cs typeface="Courier New"/>
              <a:sym typeface="Courier New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63" name="Shape 3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4" name="Google Shape;364;g3f4729efffc_17_33"/>
          <p:cNvSpPr txBox="1"/>
          <p:nvPr>
            <p:ph type="title"/>
          </p:nvPr>
        </p:nvSpPr>
        <p:spPr>
          <a:xfrm>
            <a:off x="605980" y="310143"/>
            <a:ext cx="10515600" cy="6498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ko-KR" sz="3200"/>
              <a:t>[debug] watch, variable test</a:t>
            </a:r>
            <a:endParaRPr b="1" sz="3200"/>
          </a:p>
        </p:txBody>
      </p:sp>
      <p:pic>
        <p:nvPicPr>
          <p:cNvPr id="365" name="Google Shape;365;g3f4729efffc_17_3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59925" y="1270451"/>
            <a:ext cx="3288300" cy="3186250"/>
          </a:xfrm>
          <a:prstGeom prst="rect">
            <a:avLst/>
          </a:prstGeom>
          <a:noFill/>
          <a:ln>
            <a:noFill/>
          </a:ln>
        </p:spPr>
      </p:pic>
      <p:sp>
        <p:nvSpPr>
          <p:cNvPr id="366" name="Google Shape;366;g3f4729efffc_17_33"/>
          <p:cNvSpPr txBox="1"/>
          <p:nvPr/>
        </p:nvSpPr>
        <p:spPr>
          <a:xfrm>
            <a:off x="5583200" y="1413100"/>
            <a:ext cx="6324300" cy="5187300"/>
          </a:xfrm>
          <a:prstGeom prst="rect">
            <a:avLst/>
          </a:prstGeom>
          <a:solidFill>
            <a:srgbClr val="EFEFEF"/>
          </a:solidFill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ko-KR" sz="1300">
                <a:solidFill>
                  <a:srgbClr val="999999"/>
                </a:solidFill>
                <a:latin typeface="Courier New"/>
                <a:ea typeface="Courier New"/>
                <a:cs typeface="Courier New"/>
                <a:sym typeface="Courier New"/>
              </a:rPr>
              <a:t>[DEBUG] 소스코드 로딩: demo_debug_nested_scope.txt</a:t>
            </a:r>
            <a:endParaRPr sz="1300">
              <a:solidFill>
                <a:srgbClr val="999999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ko-KR" sz="1300">
                <a:solidFill>
                  <a:srgbClr val="999999"/>
                </a:solidFill>
                <a:latin typeface="Courier New"/>
                <a:ea typeface="Courier New"/>
                <a:cs typeface="Courier New"/>
                <a:sym typeface="Courier New"/>
              </a:rPr>
              <a:t>[DEBUG] 1번째 줄에서 정지 → var a = 1;</a:t>
            </a:r>
            <a:endParaRPr sz="1300">
              <a:solidFill>
                <a:srgbClr val="999999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ko-KR" sz="13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&gt; watch a</a:t>
            </a:r>
            <a:endParaRPr sz="13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ko-KR" sz="1300">
                <a:solidFill>
                  <a:srgbClr val="999999"/>
                </a:solidFill>
                <a:latin typeface="Courier New"/>
                <a:ea typeface="Courier New"/>
                <a:cs typeface="Courier New"/>
                <a:sym typeface="Courier New"/>
              </a:rPr>
              <a:t>[WATCH] 'a' 감시 등록</a:t>
            </a:r>
            <a:endParaRPr sz="1300">
              <a:solidFill>
                <a:srgbClr val="999999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ko-KR" sz="13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&gt; watch b</a:t>
            </a:r>
            <a:endParaRPr sz="13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ko-KR" sz="1300">
                <a:solidFill>
                  <a:srgbClr val="999999"/>
                </a:solidFill>
                <a:latin typeface="Courier New"/>
                <a:ea typeface="Courier New"/>
                <a:cs typeface="Courier New"/>
                <a:sym typeface="Courier New"/>
              </a:rPr>
              <a:t>[WATCH] 'b' 감시 등록</a:t>
            </a:r>
            <a:endParaRPr sz="1300">
              <a:solidFill>
                <a:srgbClr val="999999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ko-KR" sz="1300">
                <a:solidFill>
                  <a:srgbClr val="0000FF"/>
                </a:solidFill>
                <a:latin typeface="Courier New"/>
                <a:ea typeface="Courier New"/>
                <a:cs typeface="Courier New"/>
                <a:sym typeface="Courier New"/>
              </a:rPr>
              <a:t>&gt; watches</a:t>
            </a:r>
            <a:endParaRPr b="1" sz="1300">
              <a:solidFill>
                <a:srgbClr val="0000FF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ko-KR" sz="13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[WATCH] a: 값을 참조할 수 없습니다</a:t>
            </a:r>
            <a:endParaRPr sz="13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ko-KR" sz="13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[WATCH] b: 값을 참조할 수 없습니다</a:t>
            </a:r>
            <a:endParaRPr sz="13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ko-KR" sz="1300">
                <a:solidFill>
                  <a:srgbClr val="FF0000"/>
                </a:solidFill>
                <a:latin typeface="Courier New"/>
                <a:ea typeface="Courier New"/>
                <a:cs typeface="Courier New"/>
                <a:sym typeface="Courier New"/>
              </a:rPr>
              <a:t>&gt; break 9</a:t>
            </a:r>
            <a:endParaRPr b="1" sz="1300">
              <a:solidFill>
                <a:srgbClr val="FF0000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ko-KR" sz="13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[DEBUG] 9번째 줄에 breakpoint 설정</a:t>
            </a:r>
            <a:endParaRPr sz="13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ko-KR" sz="13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&gt; continue</a:t>
            </a:r>
            <a:endParaRPr sz="13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ko-KR" sz="13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[DEBUG] 9번째 줄에서 정지 (breakpoint) → print a;</a:t>
            </a:r>
            <a:endParaRPr sz="13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ko-KR" sz="13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[WATCH] a = 2</a:t>
            </a:r>
            <a:endParaRPr sz="13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ko-KR" sz="13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[WATCH] b = 20</a:t>
            </a:r>
            <a:endParaRPr sz="13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ko-KR" sz="1300">
                <a:solidFill>
                  <a:schemeClr val="accent6"/>
                </a:solidFill>
                <a:latin typeface="Courier New"/>
                <a:ea typeface="Courier New"/>
                <a:cs typeface="Courier New"/>
                <a:sym typeface="Courier New"/>
              </a:rPr>
              <a:t>&gt; inspect</a:t>
            </a:r>
            <a:endParaRPr b="1" sz="1300">
              <a:solidFill>
                <a:schemeClr val="accent6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ko-KR" sz="1300">
                <a:solidFill>
                  <a:schemeClr val="accent6"/>
                </a:solidFill>
                <a:latin typeface="Courier New"/>
                <a:ea typeface="Courier New"/>
                <a:cs typeface="Courier New"/>
                <a:sym typeface="Courier New"/>
              </a:rPr>
              <a:t>--- 현재 스코프 변수 -----------------------------</a:t>
            </a:r>
            <a:endParaRPr b="1" sz="1300">
              <a:solidFill>
                <a:schemeClr val="accent6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ko-KR" sz="1300">
                <a:solidFill>
                  <a:schemeClr val="accent6"/>
                </a:solidFill>
                <a:latin typeface="Courier New"/>
                <a:ea typeface="Courier New"/>
                <a:cs typeface="Courier New"/>
                <a:sym typeface="Courier New"/>
              </a:rPr>
              <a:t>[로컬] b = 20 (Number)</a:t>
            </a:r>
            <a:endParaRPr b="1" sz="1300">
              <a:solidFill>
                <a:schemeClr val="accent6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ko-KR" sz="1300">
                <a:solidFill>
                  <a:schemeClr val="accent6"/>
                </a:solidFill>
                <a:latin typeface="Courier New"/>
                <a:ea typeface="Courier New"/>
                <a:cs typeface="Courier New"/>
                <a:sym typeface="Courier New"/>
              </a:rPr>
              <a:t>[로컬] a = 2 (Number)</a:t>
            </a:r>
            <a:endParaRPr b="1" sz="1300">
              <a:solidFill>
                <a:schemeClr val="accent6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ko-KR" sz="1300">
                <a:solidFill>
                  <a:schemeClr val="accent6"/>
                </a:solidFill>
                <a:latin typeface="Courier New"/>
                <a:ea typeface="Courier New"/>
                <a:cs typeface="Courier New"/>
                <a:sym typeface="Courier New"/>
              </a:rPr>
              <a:t>[로컬] b = 10 (Number)</a:t>
            </a:r>
            <a:endParaRPr b="1" sz="1300">
              <a:solidFill>
                <a:schemeClr val="accent6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ko-KR" sz="1300">
                <a:solidFill>
                  <a:schemeClr val="accent6"/>
                </a:solidFill>
                <a:latin typeface="Courier New"/>
                <a:ea typeface="Courier New"/>
                <a:cs typeface="Courier New"/>
                <a:sym typeface="Courier New"/>
              </a:rPr>
              <a:t>[전역] a = 1 (Number)</a:t>
            </a:r>
            <a:endParaRPr b="1" sz="1300">
              <a:solidFill>
                <a:schemeClr val="accent6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ko-KR" sz="13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&gt; continue</a:t>
            </a:r>
            <a:endParaRPr sz="13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ko-KR" sz="13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2</a:t>
            </a:r>
            <a:endParaRPr sz="13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ko-KR" sz="13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20</a:t>
            </a:r>
            <a:endParaRPr sz="13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3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1</a:t>
            </a:r>
            <a:endParaRPr sz="13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70" name="Shape 3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1" name="Google Shape;371;g3f4729efffc_17_20"/>
          <p:cNvSpPr txBox="1"/>
          <p:nvPr>
            <p:ph type="title"/>
          </p:nvPr>
        </p:nvSpPr>
        <p:spPr>
          <a:xfrm>
            <a:off x="605980" y="310143"/>
            <a:ext cx="10515600" cy="6498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ko-KR" sz="3200"/>
              <a:t>[debug] class, import test</a:t>
            </a:r>
            <a:endParaRPr b="1" sz="3200"/>
          </a:p>
        </p:txBody>
      </p:sp>
      <p:pic>
        <p:nvPicPr>
          <p:cNvPr id="372" name="Google Shape;372;g3f4729efffc_17_2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89550" y="1260601"/>
            <a:ext cx="4498375" cy="3334450"/>
          </a:xfrm>
          <a:prstGeom prst="rect">
            <a:avLst/>
          </a:prstGeom>
          <a:noFill/>
          <a:ln>
            <a:noFill/>
          </a:ln>
        </p:spPr>
      </p:pic>
      <p:sp>
        <p:nvSpPr>
          <p:cNvPr id="373" name="Google Shape;373;g3f4729efffc_17_20"/>
          <p:cNvSpPr txBox="1"/>
          <p:nvPr/>
        </p:nvSpPr>
        <p:spPr>
          <a:xfrm>
            <a:off x="5602975" y="2628575"/>
            <a:ext cx="6324300" cy="3986700"/>
          </a:xfrm>
          <a:prstGeom prst="rect">
            <a:avLst/>
          </a:prstGeom>
          <a:solidFill>
            <a:srgbClr val="EFEFEF"/>
          </a:solidFill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ko-KR" sz="1300">
                <a:solidFill>
                  <a:srgbClr val="999999"/>
                </a:solidFill>
                <a:latin typeface="Courier New"/>
                <a:ea typeface="Courier New"/>
                <a:cs typeface="Courier New"/>
                <a:sym typeface="Courier New"/>
              </a:rPr>
              <a:t>[DEBUG] 소스코드 로딩: demo_debug_steps.txt</a:t>
            </a:r>
            <a:endParaRPr sz="1300">
              <a:solidFill>
                <a:srgbClr val="999999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ko-KR" sz="13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[DEBUG] 1번째 줄에서 정지 → Class Robot {</a:t>
            </a:r>
            <a:endParaRPr sz="13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ko-KR" sz="13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&gt; step</a:t>
            </a:r>
            <a:endParaRPr sz="13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ko-KR" sz="13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[DEBUG] 11번째 줄에서 정지 → var r = Robot("Wall-E", 10);</a:t>
            </a:r>
            <a:endParaRPr sz="13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ko-KR" sz="1300">
                <a:solidFill>
                  <a:srgbClr val="0000FF"/>
                </a:solidFill>
                <a:latin typeface="Courier New"/>
                <a:ea typeface="Courier New"/>
                <a:cs typeface="Courier New"/>
                <a:sym typeface="Courier New"/>
              </a:rPr>
              <a:t>&gt; watch r</a:t>
            </a:r>
            <a:endParaRPr b="1" sz="1300">
              <a:solidFill>
                <a:srgbClr val="0000FF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ko-KR" sz="13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[WATCH] 'r' 감시 등록</a:t>
            </a:r>
            <a:endParaRPr sz="13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ko-KR" sz="1300">
                <a:solidFill>
                  <a:srgbClr val="FF0000"/>
                </a:solidFill>
                <a:latin typeface="Courier New"/>
                <a:ea typeface="Courier New"/>
                <a:cs typeface="Courier New"/>
                <a:sym typeface="Courier New"/>
              </a:rPr>
              <a:t>&gt; break 17</a:t>
            </a:r>
            <a:endParaRPr b="1" sz="1300">
              <a:solidFill>
                <a:srgbClr val="FF0000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ko-KR" sz="13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[DEBUG] 17번째 줄에 breakpoint 설정</a:t>
            </a:r>
            <a:endParaRPr sz="13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ko-KR" sz="1300">
                <a:solidFill>
                  <a:srgbClr val="6AA84F"/>
                </a:solidFill>
                <a:latin typeface="Courier New"/>
                <a:ea typeface="Courier New"/>
                <a:cs typeface="Courier New"/>
                <a:sym typeface="Courier New"/>
              </a:rPr>
              <a:t>&gt; Breakpoints</a:t>
            </a:r>
            <a:endParaRPr b="1" sz="1300">
              <a:solidFill>
                <a:srgbClr val="6AA84F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ko-KR" sz="13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[DEBUG] 현재 breakpoint 목록: 17</a:t>
            </a:r>
            <a:endParaRPr sz="13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ko-KR" sz="13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&gt; step</a:t>
            </a:r>
            <a:endParaRPr sz="13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ko-KR" sz="13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[DEBUG] </a:t>
            </a:r>
            <a:r>
              <a:rPr lang="ko-KR" sz="1300">
                <a:solidFill>
                  <a:schemeClr val="accent5"/>
                </a:solidFill>
                <a:latin typeface="Courier New"/>
                <a:ea typeface="Courier New"/>
                <a:cs typeface="Courier New"/>
                <a:sym typeface="Courier New"/>
              </a:rPr>
              <a:t>13번째 줄</a:t>
            </a:r>
            <a:r>
              <a:rPr lang="ko-KR" sz="13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에서 정지 → for (var i = 0; i &lt; 3; i = i + 1) {</a:t>
            </a:r>
            <a:endParaRPr sz="13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ko-KR" sz="13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[WATCH] r = &lt;instance Robot </a:t>
            </a:r>
            <a:r>
              <a:rPr lang="ko-KR" sz="1300">
                <a:solidFill>
                  <a:srgbClr val="FF0000"/>
                </a:solidFill>
                <a:latin typeface="Courier New"/>
                <a:ea typeface="Courier New"/>
                <a:cs typeface="Courier New"/>
                <a:sym typeface="Courier New"/>
              </a:rPr>
              <a:t>{name: Wall-E, </a:t>
            </a:r>
            <a:r>
              <a:rPr b="1" lang="ko-KR" sz="1300">
                <a:solidFill>
                  <a:srgbClr val="FF0000"/>
                </a:solidFill>
                <a:latin typeface="Courier New"/>
                <a:ea typeface="Courier New"/>
                <a:cs typeface="Courier New"/>
                <a:sym typeface="Courier New"/>
              </a:rPr>
              <a:t>power: 10</a:t>
            </a:r>
            <a:r>
              <a:rPr lang="ko-KR" sz="1300">
                <a:solidFill>
                  <a:srgbClr val="FF0000"/>
                </a:solidFill>
                <a:latin typeface="Courier New"/>
                <a:ea typeface="Courier New"/>
                <a:cs typeface="Courier New"/>
                <a:sym typeface="Courier New"/>
              </a:rPr>
              <a:t>}</a:t>
            </a:r>
            <a:r>
              <a:rPr lang="ko-KR" sz="13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&gt;</a:t>
            </a:r>
            <a:endParaRPr sz="13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ko-KR" sz="1300">
                <a:solidFill>
                  <a:srgbClr val="FF0000"/>
                </a:solidFill>
                <a:latin typeface="Courier New"/>
                <a:ea typeface="Courier New"/>
                <a:cs typeface="Courier New"/>
                <a:sym typeface="Courier New"/>
              </a:rPr>
              <a:t>&gt; continue</a:t>
            </a:r>
            <a:endParaRPr b="1" sz="1300">
              <a:solidFill>
                <a:srgbClr val="FF0000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ko-KR" sz="13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[DEBUG] </a:t>
            </a:r>
            <a:r>
              <a:rPr lang="ko-KR" sz="1300">
                <a:solidFill>
                  <a:schemeClr val="accent5"/>
                </a:solidFill>
                <a:latin typeface="Courier New"/>
                <a:ea typeface="Courier New"/>
                <a:cs typeface="Courier New"/>
                <a:sym typeface="Courier New"/>
              </a:rPr>
              <a:t>17번째 줄</a:t>
            </a:r>
            <a:r>
              <a:rPr lang="ko-KR" sz="13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에서 정지 (breakpoint) → print r.power;</a:t>
            </a:r>
            <a:endParaRPr sz="13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ko-KR" sz="13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[WATCH] r = &lt;instance Robot </a:t>
            </a:r>
            <a:r>
              <a:rPr lang="ko-KR" sz="1300">
                <a:solidFill>
                  <a:srgbClr val="FF0000"/>
                </a:solidFill>
                <a:latin typeface="Courier New"/>
                <a:ea typeface="Courier New"/>
                <a:cs typeface="Courier New"/>
                <a:sym typeface="Courier New"/>
              </a:rPr>
              <a:t>{name: Wall-E, </a:t>
            </a:r>
            <a:r>
              <a:rPr b="1" lang="ko-KR" sz="1300">
                <a:solidFill>
                  <a:srgbClr val="FF0000"/>
                </a:solidFill>
                <a:latin typeface="Courier New"/>
                <a:ea typeface="Courier New"/>
                <a:cs typeface="Courier New"/>
                <a:sym typeface="Courier New"/>
              </a:rPr>
              <a:t>power: 25</a:t>
            </a:r>
            <a:r>
              <a:rPr lang="ko-KR" sz="1300">
                <a:solidFill>
                  <a:srgbClr val="FF0000"/>
                </a:solidFill>
                <a:latin typeface="Courier New"/>
                <a:ea typeface="Courier New"/>
                <a:cs typeface="Courier New"/>
                <a:sym typeface="Courier New"/>
              </a:rPr>
              <a:t>}</a:t>
            </a:r>
            <a:r>
              <a:rPr lang="ko-KR" sz="13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&gt;</a:t>
            </a:r>
            <a:endParaRPr sz="13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ko-KR" sz="13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&gt; continue</a:t>
            </a:r>
            <a:endParaRPr sz="13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ko-KR" sz="13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25</a:t>
            </a:r>
            <a:endParaRPr sz="13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77" name="Shape 3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" name="Google Shape;378;g3f4729efffc_2_239"/>
          <p:cNvSpPr txBox="1"/>
          <p:nvPr>
            <p:ph idx="1" type="body"/>
          </p:nvPr>
        </p:nvSpPr>
        <p:spPr>
          <a:xfrm>
            <a:off x="1632000" y="1860184"/>
            <a:ext cx="8928000" cy="2533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0" spcFirstLastPara="1" rIns="91425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None/>
            </a:pPr>
            <a:r>
              <a:rPr lang="ko-KR" sz="4000">
                <a:latin typeface="Asta Sans"/>
                <a:ea typeface="Asta Sans"/>
                <a:cs typeface="Asta Sans"/>
                <a:sym typeface="Asta Sans"/>
              </a:rPr>
              <a:t>회고</a:t>
            </a:r>
            <a:endParaRPr sz="4000">
              <a:latin typeface="Asta Sans"/>
              <a:ea typeface="Asta Sans"/>
              <a:cs typeface="Asta Sans"/>
              <a:sym typeface="Asta Sans"/>
            </a:endParaR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2" name="Shape 3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3" name="Google Shape;383;g3f4729efffc_26_37"/>
          <p:cNvSpPr txBox="1"/>
          <p:nvPr>
            <p:ph type="title"/>
          </p:nvPr>
        </p:nvSpPr>
        <p:spPr>
          <a:xfrm>
            <a:off x="605980" y="310143"/>
            <a:ext cx="10515600" cy="64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</a:pPr>
            <a:r>
              <a:rPr b="1" lang="ko-KR" sz="3200">
                <a:latin typeface="Asta Sans"/>
                <a:ea typeface="Asta Sans"/>
                <a:cs typeface="Asta Sans"/>
                <a:sym typeface="Asta Sans"/>
              </a:rPr>
              <a:t> 회고</a:t>
            </a:r>
            <a:endParaRPr>
              <a:latin typeface="Asta Sans"/>
              <a:ea typeface="Asta Sans"/>
              <a:cs typeface="Asta Sans"/>
              <a:sym typeface="Asta Sans"/>
            </a:endParaRPr>
          </a:p>
        </p:txBody>
      </p:sp>
      <p:sp>
        <p:nvSpPr>
          <p:cNvPr id="384" name="Google Shape;384;g3f4729efffc_26_37"/>
          <p:cNvSpPr txBox="1"/>
          <p:nvPr>
            <p:ph idx="1" type="body"/>
          </p:nvPr>
        </p:nvSpPr>
        <p:spPr>
          <a:xfrm>
            <a:off x="605975" y="1172400"/>
            <a:ext cx="11378400" cy="4927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Asta Sans"/>
              <a:ea typeface="Asta Sans"/>
              <a:cs typeface="Asta Sans"/>
              <a:sym typeface="Asta San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Asta Sans"/>
              <a:ea typeface="Asta Sans"/>
              <a:cs typeface="Asta Sans"/>
              <a:sym typeface="Asta San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Asta Sans"/>
              <a:ea typeface="Asta Sans"/>
              <a:cs typeface="Asta Sans"/>
              <a:sym typeface="Asta Sans"/>
            </a:endParaRPr>
          </a:p>
        </p:txBody>
      </p:sp>
      <p:sp>
        <p:nvSpPr>
          <p:cNvPr id="385" name="Google Shape;385;g3f4729efffc_26_37"/>
          <p:cNvSpPr/>
          <p:nvPr/>
        </p:nvSpPr>
        <p:spPr>
          <a:xfrm>
            <a:off x="6860275" y="1576175"/>
            <a:ext cx="5034600" cy="1893600"/>
          </a:xfrm>
          <a:prstGeom prst="wedgeRoundRectCallout">
            <a:avLst>
              <a:gd fmla="val -55631" name="adj1"/>
              <a:gd fmla="val 38025" name="adj2"/>
              <a:gd fmla="val 0" name="adj3"/>
            </a:avLst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400">
                <a:solidFill>
                  <a:schemeClr val="dk1"/>
                </a:solidFill>
                <a:latin typeface="Asta Sans"/>
                <a:ea typeface="Asta Sans"/>
                <a:cs typeface="Asta Sans"/>
                <a:sym typeface="Asta Sans"/>
              </a:rPr>
              <a:t>각자의 방식으로 일하던 팀원들과 수업때 배운 공통된 언어로 소통</a:t>
            </a:r>
            <a:endParaRPr sz="2400">
              <a:solidFill>
                <a:schemeClr val="dk1"/>
              </a:solidFill>
              <a:latin typeface="Asta Sans"/>
              <a:ea typeface="Asta Sans"/>
              <a:cs typeface="Asta Sans"/>
              <a:sym typeface="Asta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386" name="Google Shape;386;g3f4729efffc_26_37"/>
          <p:cNvSpPr/>
          <p:nvPr/>
        </p:nvSpPr>
        <p:spPr>
          <a:xfrm>
            <a:off x="805250" y="1496800"/>
            <a:ext cx="4535700" cy="1999500"/>
          </a:xfrm>
          <a:prstGeom prst="wedgeRoundRectCallout">
            <a:avLst>
              <a:gd fmla="val 58090" name="adj1"/>
              <a:gd fmla="val 39063" name="adj2"/>
              <a:gd fmla="val 0" name="adj3"/>
            </a:avLst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400">
                <a:solidFill>
                  <a:schemeClr val="dk1"/>
                </a:solidFill>
                <a:latin typeface="Asta Sans"/>
                <a:ea typeface="Asta Sans"/>
                <a:cs typeface="Asta Sans"/>
                <a:sym typeface="Asta Sans"/>
              </a:rPr>
              <a:t>각자의 서로 다른 경력과 경험으로, 새로운 기법 및 코드 리뷰 방법</a:t>
            </a:r>
            <a:endParaRPr sz="2400">
              <a:solidFill>
                <a:schemeClr val="dk1"/>
              </a:solidFill>
              <a:latin typeface="Asta Sans"/>
              <a:ea typeface="Asta Sans"/>
              <a:cs typeface="Asta Sans"/>
              <a:sym typeface="Asta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387" name="Google Shape;387;g3f4729efffc_26_37"/>
          <p:cNvSpPr/>
          <p:nvPr/>
        </p:nvSpPr>
        <p:spPr>
          <a:xfrm>
            <a:off x="725725" y="4014125"/>
            <a:ext cx="4535700" cy="2460600"/>
          </a:xfrm>
          <a:prstGeom prst="wedgeRoundRectCallout">
            <a:avLst>
              <a:gd fmla="val 54750" name="adj1"/>
              <a:gd fmla="val -40784" name="adj2"/>
              <a:gd fmla="val 0" name="adj3"/>
            </a:avLst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400">
                <a:solidFill>
                  <a:schemeClr val="dk1"/>
                </a:solidFill>
                <a:latin typeface="Asta Sans"/>
                <a:ea typeface="Asta Sans"/>
                <a:cs typeface="Asta Sans"/>
                <a:sym typeface="Asta Sans"/>
              </a:rPr>
              <a:t>정제된 예제에서 수행하던 Refactoring을 실제로 적용하려니 쉽지 않다는 생각</a:t>
            </a:r>
            <a:br>
              <a:rPr lang="ko-KR" sz="2400">
                <a:solidFill>
                  <a:schemeClr val="dk1"/>
                </a:solidFill>
                <a:latin typeface="Asta Sans"/>
                <a:ea typeface="Asta Sans"/>
                <a:cs typeface="Asta Sans"/>
                <a:sym typeface="Asta Sans"/>
              </a:rPr>
            </a:br>
            <a:r>
              <a:rPr lang="ko-KR" sz="2400">
                <a:solidFill>
                  <a:schemeClr val="dk1"/>
                </a:solidFill>
                <a:latin typeface="Asta Sans"/>
                <a:ea typeface="Asta Sans"/>
                <a:cs typeface="Asta Sans"/>
                <a:sym typeface="Asta Sans"/>
              </a:rPr>
              <a:t>“</a:t>
            </a:r>
            <a:r>
              <a:rPr b="1" lang="ko-KR" sz="2400">
                <a:solidFill>
                  <a:schemeClr val="dk1"/>
                </a:solidFill>
                <a:latin typeface="Asta Sans"/>
                <a:ea typeface="Asta Sans"/>
                <a:cs typeface="Asta Sans"/>
                <a:sym typeface="Asta Sans"/>
              </a:rPr>
              <a:t>현업가서도 공부하자”</a:t>
            </a:r>
            <a:endParaRPr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388" name="Google Shape;388;g3f4729efffc_26_37"/>
          <p:cNvSpPr/>
          <p:nvPr/>
        </p:nvSpPr>
        <p:spPr>
          <a:xfrm>
            <a:off x="6996350" y="3923375"/>
            <a:ext cx="4898400" cy="2460600"/>
          </a:xfrm>
          <a:prstGeom prst="wedgeRoundRectCallout">
            <a:avLst>
              <a:gd fmla="val -54721" name="adj1"/>
              <a:gd fmla="val -45918" name="adj2"/>
              <a:gd fmla="val 0" name="adj3"/>
            </a:avLst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400">
                <a:solidFill>
                  <a:schemeClr val="dk1"/>
                </a:solidFill>
                <a:latin typeface="Asta Sans"/>
                <a:ea typeface="Asta Sans"/>
                <a:cs typeface="Asta Sans"/>
                <a:sym typeface="Asta Sans"/>
              </a:rPr>
              <a:t>Claude의 압도적인 강력함에 감탄한 우리, </a:t>
            </a:r>
            <a:r>
              <a:rPr b="1" lang="ko-KR" sz="2400">
                <a:solidFill>
                  <a:schemeClr val="dk1"/>
                </a:solidFill>
                <a:latin typeface="Asta Sans"/>
                <a:ea typeface="Asta Sans"/>
                <a:cs typeface="Asta Sans"/>
                <a:sym typeface="Asta Sans"/>
              </a:rPr>
              <a:t>AI 코드 리뷰의 가능성 UP!</a:t>
            </a:r>
            <a:endParaRPr b="1"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389" name="Google Shape;389;g3f4729efffc_26_37"/>
          <p:cNvSpPr/>
          <p:nvPr/>
        </p:nvSpPr>
        <p:spPr>
          <a:xfrm>
            <a:off x="5628655" y="3287217"/>
            <a:ext cx="1080000" cy="1083900"/>
          </a:xfrm>
          <a:prstGeom prst="smileyFace">
            <a:avLst>
              <a:gd fmla="val 4653" name="adj"/>
            </a:avLst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Malgun Gothic"/>
              <a:ea typeface="Malgun Gothic"/>
              <a:cs typeface="Malgun Gothic"/>
              <a:sym typeface="Malgun Gothic"/>
            </a:endParaR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93" name="Shape 3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4" name="Google Shape;394;g3f44738b4e9_6_111"/>
          <p:cNvSpPr txBox="1"/>
          <p:nvPr>
            <p:ph idx="1" type="body"/>
          </p:nvPr>
        </p:nvSpPr>
        <p:spPr>
          <a:xfrm>
            <a:off x="1632000" y="1860184"/>
            <a:ext cx="8928000" cy="2533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0" spcFirstLastPara="1" rIns="91425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None/>
            </a:pPr>
            <a:r>
              <a:rPr lang="ko-KR" sz="4000">
                <a:latin typeface="Asta Sans"/>
                <a:ea typeface="Asta Sans"/>
                <a:cs typeface="Asta Sans"/>
                <a:sym typeface="Asta Sans"/>
              </a:rPr>
              <a:t>Q&amp;A</a:t>
            </a:r>
            <a:endParaRPr sz="4000">
              <a:latin typeface="Asta Sans"/>
              <a:ea typeface="Asta Sans"/>
              <a:cs typeface="Asta Sans"/>
              <a:sym typeface="Asta Sans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테마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2024-04-15T01:50:35Z</dcterms:created>
  <dc:creator>linejin1313@gmail.com</dc:creator>
</cp:coreProperties>
</file>